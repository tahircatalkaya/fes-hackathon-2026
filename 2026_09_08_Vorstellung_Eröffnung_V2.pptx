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9" r:id="rId5"/>
    <p:sldMasterId id="2147483701" r:id="rId6"/>
  </p:sldMasterIdLst>
  <p:notesMasterIdLst>
    <p:notesMasterId r:id="rId19"/>
  </p:notesMasterIdLst>
  <p:sldIdLst>
    <p:sldId id="293" r:id="rId7"/>
    <p:sldId id="2147480991" r:id="rId8"/>
    <p:sldId id="2147481005" r:id="rId9"/>
    <p:sldId id="2147480994" r:id="rId10"/>
    <p:sldId id="2147480995" r:id="rId11"/>
    <p:sldId id="2147480993" r:id="rId12"/>
    <p:sldId id="2147480996" r:id="rId13"/>
    <p:sldId id="2147480998" r:id="rId14"/>
    <p:sldId id="2147481008" r:id="rId15"/>
    <p:sldId id="2147481000" r:id="rId16"/>
    <p:sldId id="2147481002" r:id="rId17"/>
    <p:sldId id="2147481003" r:id="rId18"/>
  </p:sldIdLst>
  <p:sldSz cx="9144000" cy="5143500" type="screen16x9"/>
  <p:notesSz cx="7104063" cy="10234613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C02111-E736-D9C4-7FCF-DC295E9A9525}" name="Nagelschmidt, Tobias" initials="NT" userId="S::tobias.nagelschmidt@fes-frankfurt.de::e4f6e54f-c2cb-4fee-b315-21a25dc34865" providerId="AD"/>
  <p188:author id="{B15EEC40-DE7A-402B-E5F5-3189BDA38DE2}" name="Wolter, Max" initials="MW" userId="S::max.wolter@fes-frankfurt.de::45e02a19-3f02-431a-8229-1df1e5dd2adf" providerId="AD"/>
  <p188:author id="{E35CD947-D9DB-AEB1-2CB4-9D681B48B6AC}" name="Lenhardt, Moritz" initials="ML" userId="S::Moritz.Lenhardt@fes-frankfurt.de::fef5475c-92b5-477f-9c87-3e0875a835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38D"/>
    <a:srgbClr val="A7CCED"/>
    <a:srgbClr val="C7D958"/>
    <a:srgbClr val="D8D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BEB55-9466-4436-BA83-F0B1F117777B}" v="2" dt="2026-09-10T15:11:20.827"/>
    <p1510:client id="{F327955B-FABB-41C0-8DC8-589D470EB148}" v="11" dt="2026-09-11T10:52:27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1182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lter, Max" userId="45e02a19-3f02-431a-8229-1df1e5dd2adf" providerId="ADAL" clId="{3D2CC97F-370A-4D4E-936D-801F808BBB04}"/>
    <pc:docChg chg="undo custSel addSld delSld modSld sldOrd">
      <pc:chgData name="Wolter, Max" userId="45e02a19-3f02-431a-8229-1df1e5dd2adf" providerId="ADAL" clId="{3D2CC97F-370A-4D4E-936D-801F808BBB04}" dt="2026-09-11T12:07:14.768" v="3394" actId="20577"/>
      <pc:docMkLst>
        <pc:docMk/>
      </pc:docMkLst>
      <pc:sldChg chg="modSp del">
        <pc:chgData name="Wolter, Max" userId="45e02a19-3f02-431a-8229-1df1e5dd2adf" providerId="ADAL" clId="{3D2CC97F-370A-4D4E-936D-801F808BBB04}" dt="2026-09-11T10:38:47.139" v="3227" actId="47"/>
        <pc:sldMkLst>
          <pc:docMk/>
          <pc:sldMk cId="3477791954" sldId="257"/>
        </pc:sldMkLst>
      </pc:sldChg>
      <pc:sldChg chg="addSp delSp modSp del mod modShow">
        <pc:chgData name="Wolter, Max" userId="45e02a19-3f02-431a-8229-1df1e5dd2adf" providerId="ADAL" clId="{3D2CC97F-370A-4D4E-936D-801F808BBB04}" dt="2026-09-11T10:39:12.032" v="3228" actId="47"/>
        <pc:sldMkLst>
          <pc:docMk/>
          <pc:sldMk cId="1227579664" sldId="280"/>
        </pc:sldMkLst>
      </pc:sldChg>
      <pc:sldChg chg="add">
        <pc:chgData name="Wolter, Max" userId="45e02a19-3f02-431a-8229-1df1e5dd2adf" providerId="ADAL" clId="{3D2CC97F-370A-4D4E-936D-801F808BBB04}" dt="2026-09-08T08:39:59.733" v="1"/>
        <pc:sldMkLst>
          <pc:docMk/>
          <pc:sldMk cId="3437927699" sldId="293"/>
        </pc:sldMkLst>
      </pc:sldChg>
      <pc:sldChg chg="delSp modSp add del mod modShow">
        <pc:chgData name="Wolter, Max" userId="45e02a19-3f02-431a-8229-1df1e5dd2adf" providerId="ADAL" clId="{3D2CC97F-370A-4D4E-936D-801F808BBB04}" dt="2026-09-11T10:40:24.982" v="3244" actId="34476"/>
        <pc:sldMkLst>
          <pc:docMk/>
          <pc:sldMk cId="1704120333" sldId="2147480991"/>
        </pc:sldMkLst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2" creationId="{78877355-24F4-D84C-047A-33931520EA8B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6" creationId="{E0F74C26-85F5-9FB6-0AD0-80D732B6B8F8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9" creationId="{822974AE-5FD5-8599-F0E3-F2B5C288D144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12" creationId="{B69DF90C-E7A6-CA48-A769-6D65B8624C84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40" creationId="{D4BE230F-EA07-8194-34B5-92E6CB2FC555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41" creationId="{CC3A128E-20D4-7F8F-1C1C-D1831415C402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43" creationId="{B676674B-CCA8-80A1-B83F-F526E9914C44}"/>
          </ac:spMkLst>
        </pc:spChg>
        <pc:spChg chg="mod">
          <ac:chgData name="Wolter, Max" userId="45e02a19-3f02-431a-8229-1df1e5dd2adf" providerId="ADAL" clId="{3D2CC97F-370A-4D4E-936D-801F808BBB04}" dt="2026-09-11T10:39:33.811" v="3229" actId="1076"/>
          <ac:spMkLst>
            <pc:docMk/>
            <pc:sldMk cId="1704120333" sldId="2147480991"/>
            <ac:spMk id="44" creationId="{D3A11E5B-DF1A-2653-1E4A-C1932E596720}"/>
          </ac:spMkLst>
        </pc:spChg>
        <pc:picChg chg="del">
          <ac:chgData name="Wolter, Max" userId="45e02a19-3f02-431a-8229-1df1e5dd2adf" providerId="ADAL" clId="{3D2CC97F-370A-4D4E-936D-801F808BBB04}" dt="2026-09-11T10:40:00.968" v="3237" actId="478"/>
          <ac:picMkLst>
            <pc:docMk/>
            <pc:sldMk cId="1704120333" sldId="2147480991"/>
            <ac:picMk id="10" creationId="{3E6FA257-326C-62C1-B4A5-878D626D528F}"/>
          </ac:picMkLst>
        </pc:picChg>
        <pc:picChg chg="del">
          <ac:chgData name="Wolter, Max" userId="45e02a19-3f02-431a-8229-1df1e5dd2adf" providerId="ADAL" clId="{3D2CC97F-370A-4D4E-936D-801F808BBB04}" dt="2026-09-11T10:39:59.984" v="3236" actId="478"/>
          <ac:picMkLst>
            <pc:docMk/>
            <pc:sldMk cId="1704120333" sldId="2147480991"/>
            <ac:picMk id="15" creationId="{E1621E10-99BB-B604-71D7-F3805C0FFD5B}"/>
          </ac:picMkLst>
        </pc:picChg>
        <pc:picChg chg="mod">
          <ac:chgData name="Wolter, Max" userId="45e02a19-3f02-431a-8229-1df1e5dd2adf" providerId="ADAL" clId="{3D2CC97F-370A-4D4E-936D-801F808BBB04}" dt="2026-09-11T10:40:14.558" v="3241" actId="1076"/>
          <ac:picMkLst>
            <pc:docMk/>
            <pc:sldMk cId="1704120333" sldId="2147480991"/>
            <ac:picMk id="17" creationId="{F8135014-790C-6CA6-C62B-E8A32152CE80}"/>
          </ac:picMkLst>
        </pc:picChg>
        <pc:picChg chg="del">
          <ac:chgData name="Wolter, Max" userId="45e02a19-3f02-431a-8229-1df1e5dd2adf" providerId="ADAL" clId="{3D2CC97F-370A-4D4E-936D-801F808BBB04}" dt="2026-09-11T10:40:04.150" v="3238" actId="478"/>
          <ac:picMkLst>
            <pc:docMk/>
            <pc:sldMk cId="1704120333" sldId="2147480991"/>
            <ac:picMk id="19" creationId="{D30C2BC0-D0D4-4E1D-E0E1-D35EA9F16549}"/>
          </ac:picMkLst>
        </pc:picChg>
        <pc:picChg chg="del">
          <ac:chgData name="Wolter, Max" userId="45e02a19-3f02-431a-8229-1df1e5dd2adf" providerId="ADAL" clId="{3D2CC97F-370A-4D4E-936D-801F808BBB04}" dt="2026-09-11T10:39:59.017" v="3235" actId="478"/>
          <ac:picMkLst>
            <pc:docMk/>
            <pc:sldMk cId="1704120333" sldId="2147480991"/>
            <ac:picMk id="21" creationId="{F9FD9A5F-1FD1-E03C-C564-E5259F15F672}"/>
          </ac:picMkLst>
        </pc:picChg>
        <pc:picChg chg="mod">
          <ac:chgData name="Wolter, Max" userId="45e02a19-3f02-431a-8229-1df1e5dd2adf" providerId="ADAL" clId="{3D2CC97F-370A-4D4E-936D-801F808BBB04}" dt="2026-09-11T10:39:33.811" v="3229" actId="1076"/>
          <ac:picMkLst>
            <pc:docMk/>
            <pc:sldMk cId="1704120333" sldId="2147480991"/>
            <ac:picMk id="48" creationId="{38A27E90-7C64-220C-152B-785714770ECF}"/>
          </ac:picMkLst>
        </pc:picChg>
        <pc:picChg chg="mod">
          <ac:chgData name="Wolter, Max" userId="45e02a19-3f02-431a-8229-1df1e5dd2adf" providerId="ADAL" clId="{3D2CC97F-370A-4D4E-936D-801F808BBB04}" dt="2026-09-11T10:39:33.811" v="3229" actId="1076"/>
          <ac:picMkLst>
            <pc:docMk/>
            <pc:sldMk cId="1704120333" sldId="2147480991"/>
            <ac:picMk id="54" creationId="{BECB5FD1-5853-0423-DBE5-C1210C6718E0}"/>
          </ac:picMkLst>
        </pc:picChg>
      </pc:sldChg>
      <pc:sldChg chg="addSp modSp add del mod modShow">
        <pc:chgData name="Wolter, Max" userId="45e02a19-3f02-431a-8229-1df1e5dd2adf" providerId="ADAL" clId="{3D2CC97F-370A-4D4E-936D-801F808BBB04}" dt="2026-09-11T10:41:16.904" v="3289" actId="47"/>
        <pc:sldMkLst>
          <pc:docMk/>
          <pc:sldMk cId="3989473624" sldId="2147480992"/>
        </pc:sldMkLst>
      </pc:sldChg>
      <pc:sldChg chg="addSp delSp modSp ord">
        <pc:chgData name="Wolter, Max" userId="45e02a19-3f02-431a-8229-1df1e5dd2adf" providerId="ADAL" clId="{3D2CC97F-370A-4D4E-936D-801F808BBB04}" dt="2026-09-09T10:01:04.573" v="3192"/>
        <pc:sldMkLst>
          <pc:docMk/>
          <pc:sldMk cId="1272595466" sldId="2147480993"/>
        </pc:sldMkLst>
        <pc:spChg chg="mod">
          <ac:chgData name="Wolter, Max" userId="45e02a19-3f02-431a-8229-1df1e5dd2adf" providerId="ADAL" clId="{3D2CC97F-370A-4D4E-936D-801F808BBB04}" dt="2026-09-08T08:52:31.674" v="6"/>
          <ac:spMkLst>
            <pc:docMk/>
            <pc:sldMk cId="1272595466" sldId="2147480993"/>
            <ac:spMk id="26" creationId="{05D30DA9-43EE-7409-DDE8-1A732BA6A878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53" creationId="{408C9344-11D8-6AE7-611B-59E6BAC65DFD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57" creationId="{F1585E3A-A1F8-4759-A9C6-AD08F02EA7F4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63" creationId="{D35A101F-2C09-9038-3CA7-F0CA86DF45F8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67" creationId="{F720EB1F-330E-0E13-E1B1-23AC215EDE3E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69" creationId="{A71E46B9-108A-18F3-A03B-168CF35B949A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79" creationId="{C2ED0426-BA50-A27F-11D7-766269947F29}"/>
          </ac:spMkLst>
        </pc:spChg>
        <pc:spChg chg="mod topLvl">
          <ac:chgData name="Wolter, Max" userId="45e02a19-3f02-431a-8229-1df1e5dd2adf" providerId="ADAL" clId="{3D2CC97F-370A-4D4E-936D-801F808BBB04}" dt="2026-09-08T08:53:23.624" v="8" actId="165"/>
          <ac:spMkLst>
            <pc:docMk/>
            <pc:sldMk cId="1272595466" sldId="2147480993"/>
            <ac:spMk id="81" creationId="{B2E5F11A-62A8-7F93-D1C5-8D4C58661B10}"/>
          </ac:spMkLst>
        </pc:spChg>
        <pc:graphicFrameChg chg="add mod">
          <ac:chgData name="Wolter, Max" userId="45e02a19-3f02-431a-8229-1df1e5dd2adf" providerId="ADAL" clId="{3D2CC97F-370A-4D4E-936D-801F808BBB04}" dt="2026-09-08T10:17:48.918" v="18" actId="14100"/>
          <ac:graphicFrameMkLst>
            <pc:docMk/>
            <pc:sldMk cId="1272595466" sldId="2147480993"/>
            <ac:graphicFrameMk id="103" creationId="{24253DD6-0D2B-B9A0-FDA4-80CD28FCF1D6}"/>
          </ac:graphicFrameMkLst>
        </pc:graphicFrameChg>
        <pc:picChg chg="add">
          <ac:chgData name="Wolter, Max" userId="45e02a19-3f02-431a-8229-1df1e5dd2adf" providerId="ADAL" clId="{3D2CC97F-370A-4D4E-936D-801F808BBB04}" dt="2026-09-08T08:58:27.657" v="9"/>
          <ac:picMkLst>
            <pc:docMk/>
            <pc:sldMk cId="1272595466" sldId="2147480993"/>
            <ac:picMk id="92" creationId="{6FF68E6A-B09F-9731-5196-60D32E4A1F1E}"/>
          </ac:picMkLst>
        </pc:picChg>
        <pc:picChg chg="add">
          <ac:chgData name="Wolter, Max" userId="45e02a19-3f02-431a-8229-1df1e5dd2adf" providerId="ADAL" clId="{3D2CC97F-370A-4D4E-936D-801F808BBB04}" dt="2026-09-08T08:58:44.157" v="10"/>
          <ac:picMkLst>
            <pc:docMk/>
            <pc:sldMk cId="1272595466" sldId="2147480993"/>
            <ac:picMk id="94" creationId="{FC712327-CD32-35FF-DADA-2372DCBB8CEC}"/>
          </ac:picMkLst>
        </pc:picChg>
        <pc:picChg chg="add">
          <ac:chgData name="Wolter, Max" userId="45e02a19-3f02-431a-8229-1df1e5dd2adf" providerId="ADAL" clId="{3D2CC97F-370A-4D4E-936D-801F808BBB04}" dt="2026-09-08T08:58:48.484" v="11"/>
          <ac:picMkLst>
            <pc:docMk/>
            <pc:sldMk cId="1272595466" sldId="2147480993"/>
            <ac:picMk id="96" creationId="{375EA5A3-8D53-0A80-B5AE-FA4062ECA44A}"/>
          </ac:picMkLst>
        </pc:picChg>
        <pc:picChg chg="add">
          <ac:chgData name="Wolter, Max" userId="45e02a19-3f02-431a-8229-1df1e5dd2adf" providerId="ADAL" clId="{3D2CC97F-370A-4D4E-936D-801F808BBB04}" dt="2026-09-08T08:59:02.452" v="12"/>
          <ac:picMkLst>
            <pc:docMk/>
            <pc:sldMk cId="1272595466" sldId="2147480993"/>
            <ac:picMk id="98" creationId="{9AC75E8D-757E-C360-E38C-906191B87834}"/>
          </ac:picMkLst>
        </pc:picChg>
        <pc:picChg chg="add">
          <ac:chgData name="Wolter, Max" userId="45e02a19-3f02-431a-8229-1df1e5dd2adf" providerId="ADAL" clId="{3D2CC97F-370A-4D4E-936D-801F808BBB04}" dt="2026-09-08T08:59:06.847" v="13"/>
          <ac:picMkLst>
            <pc:docMk/>
            <pc:sldMk cId="1272595466" sldId="2147480993"/>
            <ac:picMk id="100" creationId="{18A8F0BE-8B4C-DB3D-B2E2-F471EDC0A09B}"/>
          </ac:picMkLst>
        </pc:picChg>
        <pc:picChg chg="add">
          <ac:chgData name="Wolter, Max" userId="45e02a19-3f02-431a-8229-1df1e5dd2adf" providerId="ADAL" clId="{3D2CC97F-370A-4D4E-936D-801F808BBB04}" dt="2026-09-08T08:59:15.493" v="14"/>
          <ac:picMkLst>
            <pc:docMk/>
            <pc:sldMk cId="1272595466" sldId="2147480993"/>
            <ac:picMk id="102" creationId="{350B4BF4-B032-A566-3AAB-C496D84D2672}"/>
          </ac:picMkLst>
        </pc:picChg>
        <pc:picChg chg="add">
          <ac:chgData name="Wolter, Max" userId="45e02a19-3f02-431a-8229-1df1e5dd2adf" providerId="ADAL" clId="{3D2CC97F-370A-4D4E-936D-801F808BBB04}" dt="2026-09-08T08:59:35.830" v="16"/>
          <ac:picMkLst>
            <pc:docMk/>
            <pc:sldMk cId="1272595466" sldId="2147480993"/>
            <ac:picMk id="105" creationId="{759622EA-0ADB-9F0A-EC35-F99BCD4B3DEB}"/>
          </ac:picMkLst>
        </pc:picChg>
      </pc:sldChg>
      <pc:sldChg chg="addSp delSp modSp add mod ord">
        <pc:chgData name="Wolter, Max" userId="45e02a19-3f02-431a-8229-1df1e5dd2adf" providerId="ADAL" clId="{3D2CC97F-370A-4D4E-936D-801F808BBB04}" dt="2026-09-08T14:18:00.615" v="296" actId="207"/>
        <pc:sldMkLst>
          <pc:docMk/>
          <pc:sldMk cId="1144633803" sldId="2147480994"/>
        </pc:sldMkLst>
        <pc:spChg chg="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52" creationId="{01D4EA7A-5470-7D7F-0867-1828FF5710E9}"/>
          </ac:spMkLst>
        </pc:spChg>
        <pc:spChg chg="add 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53" creationId="{B7865194-0198-7C48-88EE-2656937632C3}"/>
          </ac:spMkLst>
        </pc:spChg>
        <pc:spChg chg="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60" creationId="{F7CD857D-09A0-B517-D6C0-965C1BF2EEAB}"/>
          </ac:spMkLst>
        </pc:spChg>
        <pc:spChg chg="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61" creationId="{0E5799D7-5EAB-AA60-F5DD-A6C99712E5D7}"/>
          </ac:spMkLst>
        </pc:spChg>
        <pc:spChg chg="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64" creationId="{92A0F522-F507-4355-9225-BB7BCAAEA852}"/>
          </ac:spMkLst>
        </pc:spChg>
        <pc:spChg chg="add del 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65" creationId="{ABA75AE6-5233-A58A-8B61-92EB5D06F938}"/>
          </ac:spMkLst>
        </pc:spChg>
        <pc:spChg chg="mod">
          <ac:chgData name="Wolter, Max" userId="45e02a19-3f02-431a-8229-1df1e5dd2adf" providerId="ADAL" clId="{3D2CC97F-370A-4D4E-936D-801F808BBB04}" dt="2026-09-08T11:39:13.381" v="63" actId="1035"/>
          <ac:spMkLst>
            <pc:docMk/>
            <pc:sldMk cId="1144633803" sldId="2147480994"/>
            <ac:spMk id="73" creationId="{C2F6C1BF-C14F-2567-E3F5-21A31FFAB543}"/>
          </ac:spMkLst>
        </pc:spChg>
        <pc:spChg chg="add mod">
          <ac:chgData name="Wolter, Max" userId="45e02a19-3f02-431a-8229-1df1e5dd2adf" providerId="ADAL" clId="{3D2CC97F-370A-4D4E-936D-801F808BBB04}" dt="2026-09-08T11:35:45.757" v="46" actId="12789"/>
          <ac:spMkLst>
            <pc:docMk/>
            <pc:sldMk cId="1144633803" sldId="2147480994"/>
            <ac:spMk id="74" creationId="{DE3FFA44-CF51-6D38-35AB-96A42B34AC26}"/>
          </ac:spMkLst>
        </pc:spChg>
        <pc:spChg chg="mod">
          <ac:chgData name="Wolter, Max" userId="45e02a19-3f02-431a-8229-1df1e5dd2adf" providerId="ADAL" clId="{3D2CC97F-370A-4D4E-936D-801F808BBB04}" dt="2026-09-08T14:18:00.615" v="296" actId="207"/>
          <ac:spMkLst>
            <pc:docMk/>
            <pc:sldMk cId="1144633803" sldId="2147480994"/>
            <ac:spMk id="88" creationId="{9A5A912A-6C29-CC4F-D330-513EB4428069}"/>
          </ac:spMkLst>
        </pc:spChg>
        <pc:spChg chg="mod">
          <ac:chgData name="Wolter, Max" userId="45e02a19-3f02-431a-8229-1df1e5dd2adf" providerId="ADAL" clId="{3D2CC97F-370A-4D4E-936D-801F808BBB04}" dt="2026-09-08T14:18:00.615" v="296" actId="207"/>
          <ac:spMkLst>
            <pc:docMk/>
            <pc:sldMk cId="1144633803" sldId="2147480994"/>
            <ac:spMk id="90" creationId="{0C03CE81-8FA1-BF6A-05AB-1AE91193035F}"/>
          </ac:spMkLst>
        </pc:spChg>
        <pc:spChg chg="mod">
          <ac:chgData name="Wolter, Max" userId="45e02a19-3f02-431a-8229-1df1e5dd2adf" providerId="ADAL" clId="{3D2CC97F-370A-4D4E-936D-801F808BBB04}" dt="2026-09-08T14:18:00.615" v="296" actId="207"/>
          <ac:spMkLst>
            <pc:docMk/>
            <pc:sldMk cId="1144633803" sldId="2147480994"/>
            <ac:spMk id="92" creationId="{FD0EA7B8-82DE-1925-EBA7-CE17B8AC75A5}"/>
          </ac:spMkLst>
        </pc:spChg>
        <pc:grpChg chg="add mod">
          <ac:chgData name="Wolter, Max" userId="45e02a19-3f02-431a-8229-1df1e5dd2adf" providerId="ADAL" clId="{3D2CC97F-370A-4D4E-936D-801F808BBB04}" dt="2026-09-08T11:35:48.982" v="47" actId="408"/>
          <ac:grpSpMkLst>
            <pc:docMk/>
            <pc:sldMk cId="1144633803" sldId="2147480994"/>
            <ac:grpSpMk id="82" creationId="{E58B6D96-9FDD-386B-8D0D-F61CC2A801E5}"/>
          </ac:grpSpMkLst>
        </pc:grpChg>
        <pc:grpChg chg="add mod">
          <ac:chgData name="Wolter, Max" userId="45e02a19-3f02-431a-8229-1df1e5dd2adf" providerId="ADAL" clId="{3D2CC97F-370A-4D4E-936D-801F808BBB04}" dt="2026-09-08T11:35:48.982" v="47" actId="408"/>
          <ac:grpSpMkLst>
            <pc:docMk/>
            <pc:sldMk cId="1144633803" sldId="2147480994"/>
            <ac:grpSpMk id="85" creationId="{498CE6B5-A243-22E7-91AF-694B78969763}"/>
          </ac:grpSpMkLst>
        </pc:grpChg>
        <pc:grpChg chg="add mod">
          <ac:chgData name="Wolter, Max" userId="45e02a19-3f02-431a-8229-1df1e5dd2adf" providerId="ADAL" clId="{3D2CC97F-370A-4D4E-936D-801F808BBB04}" dt="2026-09-08T11:35:48.982" v="47" actId="408"/>
          <ac:grpSpMkLst>
            <pc:docMk/>
            <pc:sldMk cId="1144633803" sldId="2147480994"/>
            <ac:grpSpMk id="86" creationId="{4E127419-0C61-3243-A2EB-FB869BA2FF96}"/>
          </ac:grpSpMkLst>
        </pc:grpChg>
        <pc:picChg chg="add mod">
          <ac:chgData name="Wolter, Max" userId="45e02a19-3f02-431a-8229-1df1e5dd2adf" providerId="ADAL" clId="{3D2CC97F-370A-4D4E-936D-801F808BBB04}" dt="2026-09-08T11:35:48.982" v="47" actId="408"/>
          <ac:picMkLst>
            <pc:docMk/>
            <pc:sldMk cId="1144633803" sldId="2147480994"/>
            <ac:picMk id="84" creationId="{4E30DA54-6934-3336-6E32-A4661DFF9306}"/>
          </ac:picMkLst>
        </pc:picChg>
      </pc:sldChg>
      <pc:sldChg chg="addSp delSp modSp add mod">
        <pc:chgData name="Wolter, Max" userId="45e02a19-3f02-431a-8229-1df1e5dd2adf" providerId="ADAL" clId="{3D2CC97F-370A-4D4E-936D-801F808BBB04}" dt="2026-09-08T15:12:10.813" v="1357" actId="1036"/>
        <pc:sldMkLst>
          <pc:docMk/>
          <pc:sldMk cId="2042782976" sldId="2147480995"/>
        </pc:sldMkLst>
        <pc:spChg chg="add mod topLvl">
          <ac:chgData name="Wolter, Max" userId="45e02a19-3f02-431a-8229-1df1e5dd2adf" providerId="ADAL" clId="{3D2CC97F-370A-4D4E-936D-801F808BBB04}" dt="2026-09-08T15:12:10.813" v="1357" actId="1036"/>
          <ac:spMkLst>
            <pc:docMk/>
            <pc:sldMk cId="2042782976" sldId="2147480995"/>
            <ac:spMk id="3" creationId="{06DD2755-6986-F121-BAFA-13F95F066249}"/>
          </ac:spMkLst>
        </pc:spChg>
        <pc:spChg chg="add mod ord topLvl">
          <ac:chgData name="Wolter, Max" userId="45e02a19-3f02-431a-8229-1df1e5dd2adf" providerId="ADAL" clId="{3D2CC97F-370A-4D4E-936D-801F808BBB04}" dt="2026-09-08T13:35:33.133" v="199" actId="167"/>
          <ac:spMkLst>
            <pc:docMk/>
            <pc:sldMk cId="2042782976" sldId="2147480995"/>
            <ac:spMk id="4" creationId="{8D138FB7-686E-84D7-5A6D-16391A4E2D39}"/>
          </ac:spMkLst>
        </pc:spChg>
        <pc:spChg chg="add mod topLvl">
          <ac:chgData name="Wolter, Max" userId="45e02a19-3f02-431a-8229-1df1e5dd2adf" providerId="ADAL" clId="{3D2CC97F-370A-4D4E-936D-801F808BBB04}" dt="2026-09-08T14:20:10.605" v="377" actId="1076"/>
          <ac:spMkLst>
            <pc:docMk/>
            <pc:sldMk cId="2042782976" sldId="2147480995"/>
            <ac:spMk id="22" creationId="{F84F0AEE-13DB-1AD7-A3D6-72059058EFA6}"/>
          </ac:spMkLst>
        </pc:spChg>
        <pc:spChg chg="mod">
          <ac:chgData name="Wolter, Max" userId="45e02a19-3f02-431a-8229-1df1e5dd2adf" providerId="ADAL" clId="{3D2CC97F-370A-4D4E-936D-801F808BBB04}" dt="2026-09-08T13:32:26.424" v="88" actId="20577"/>
          <ac:spMkLst>
            <pc:docMk/>
            <pc:sldMk cId="2042782976" sldId="2147480995"/>
            <ac:spMk id="26" creationId="{A65C2674-6D8F-4E1C-274D-8427E9E026F3}"/>
          </ac:spMkLst>
        </pc:spChg>
        <pc:spChg chg="add mod ord">
          <ac:chgData name="Wolter, Max" userId="45e02a19-3f02-431a-8229-1df1e5dd2adf" providerId="ADAL" clId="{3D2CC97F-370A-4D4E-936D-801F808BBB04}" dt="2026-09-08T13:38:26.833" v="231" actId="404"/>
          <ac:spMkLst>
            <pc:docMk/>
            <pc:sldMk cId="2042782976" sldId="2147480995"/>
            <ac:spMk id="28" creationId="{9857233B-2969-A803-E922-6B0ECB1979DA}"/>
          </ac:spMkLst>
        </pc:spChg>
        <pc:spChg chg="add mod ord">
          <ac:chgData name="Wolter, Max" userId="45e02a19-3f02-431a-8229-1df1e5dd2adf" providerId="ADAL" clId="{3D2CC97F-370A-4D4E-936D-801F808BBB04}" dt="2026-09-08T13:38:26.833" v="231" actId="404"/>
          <ac:spMkLst>
            <pc:docMk/>
            <pc:sldMk cId="2042782976" sldId="2147480995"/>
            <ac:spMk id="30" creationId="{3A066CBA-6D2B-BCF1-5B39-F8F8A34212E7}"/>
          </ac:spMkLst>
        </pc:spChg>
        <pc:spChg chg="mod">
          <ac:chgData name="Wolter, Max" userId="45e02a19-3f02-431a-8229-1df1e5dd2adf" providerId="ADAL" clId="{3D2CC97F-370A-4D4E-936D-801F808BBB04}" dt="2026-09-08T13:32:31.376" v="97" actId="20577"/>
          <ac:spMkLst>
            <pc:docMk/>
            <pc:sldMk cId="2042782976" sldId="2147480995"/>
            <ac:spMk id="32" creationId="{6E08D060-CAAE-A181-0B6B-A8D168CC7F0E}"/>
          </ac:spMkLst>
        </pc:spChg>
        <pc:spChg chg="add mod ord">
          <ac:chgData name="Wolter, Max" userId="45e02a19-3f02-431a-8229-1df1e5dd2adf" providerId="ADAL" clId="{3D2CC97F-370A-4D4E-936D-801F808BBB04}" dt="2026-09-08T13:38:26.833" v="231" actId="404"/>
          <ac:spMkLst>
            <pc:docMk/>
            <pc:sldMk cId="2042782976" sldId="2147480995"/>
            <ac:spMk id="33" creationId="{85E3216C-CCAF-50DC-7444-A92F4FED71F4}"/>
          </ac:spMkLst>
        </pc:spChg>
        <pc:spChg chg="add mod ord">
          <ac:chgData name="Wolter, Max" userId="45e02a19-3f02-431a-8229-1df1e5dd2adf" providerId="ADAL" clId="{3D2CC97F-370A-4D4E-936D-801F808BBB04}" dt="2026-09-08T13:38:26.833" v="231" actId="404"/>
          <ac:spMkLst>
            <pc:docMk/>
            <pc:sldMk cId="2042782976" sldId="2147480995"/>
            <ac:spMk id="35" creationId="{E48E5564-8980-725B-4E22-502A29AA2B27}"/>
          </ac:spMkLst>
        </pc:spChg>
        <pc:spChg chg="add mod ord">
          <ac:chgData name="Wolter, Max" userId="45e02a19-3f02-431a-8229-1df1e5dd2adf" providerId="ADAL" clId="{3D2CC97F-370A-4D4E-936D-801F808BBB04}" dt="2026-09-08T13:38:26.833" v="231" actId="404"/>
          <ac:spMkLst>
            <pc:docMk/>
            <pc:sldMk cId="2042782976" sldId="2147480995"/>
            <ac:spMk id="37" creationId="{12236039-E069-30BF-6AB4-22643B5073E0}"/>
          </ac:spMkLst>
        </pc:spChg>
        <pc:spChg chg="add mod">
          <ac:chgData name="Wolter, Max" userId="45e02a19-3f02-431a-8229-1df1e5dd2adf" providerId="ADAL" clId="{3D2CC97F-370A-4D4E-936D-801F808BBB04}" dt="2026-09-08T13:37:44.568" v="229" actId="12789"/>
          <ac:spMkLst>
            <pc:docMk/>
            <pc:sldMk cId="2042782976" sldId="2147480995"/>
            <ac:spMk id="39" creationId="{CE42B849-65D8-F3E2-7645-AB7C1B036D34}"/>
          </ac:spMkLst>
        </pc:spChg>
        <pc:spChg chg="add mod">
          <ac:chgData name="Wolter, Max" userId="45e02a19-3f02-431a-8229-1df1e5dd2adf" providerId="ADAL" clId="{3D2CC97F-370A-4D4E-936D-801F808BBB04}" dt="2026-09-08T13:37:44.568" v="229" actId="12789"/>
          <ac:spMkLst>
            <pc:docMk/>
            <pc:sldMk cId="2042782976" sldId="2147480995"/>
            <ac:spMk id="41" creationId="{9A6B8F2A-73EA-2C30-481B-7BE7E80E86B2}"/>
          </ac:spMkLst>
        </pc:spChg>
        <pc:spChg chg="add mod">
          <ac:chgData name="Wolter, Max" userId="45e02a19-3f02-431a-8229-1df1e5dd2adf" providerId="ADAL" clId="{3D2CC97F-370A-4D4E-936D-801F808BBB04}" dt="2026-09-08T13:37:44.568" v="229" actId="12789"/>
          <ac:spMkLst>
            <pc:docMk/>
            <pc:sldMk cId="2042782976" sldId="2147480995"/>
            <ac:spMk id="43" creationId="{5AC69072-1FF6-7C94-E92F-46CCE1FEA5D9}"/>
          </ac:spMkLst>
        </pc:spChg>
        <pc:spChg chg="add mod">
          <ac:chgData name="Wolter, Max" userId="45e02a19-3f02-431a-8229-1df1e5dd2adf" providerId="ADAL" clId="{3D2CC97F-370A-4D4E-936D-801F808BBB04}" dt="2026-09-08T13:37:44.568" v="229" actId="12789"/>
          <ac:spMkLst>
            <pc:docMk/>
            <pc:sldMk cId="2042782976" sldId="2147480995"/>
            <ac:spMk id="45" creationId="{8FED1688-DB38-4A2C-1AB0-7ED39217520C}"/>
          </ac:spMkLst>
        </pc:spChg>
        <pc:spChg chg="add mod">
          <ac:chgData name="Wolter, Max" userId="45e02a19-3f02-431a-8229-1df1e5dd2adf" providerId="ADAL" clId="{3D2CC97F-370A-4D4E-936D-801F808BBB04}" dt="2026-09-08T13:37:44.568" v="229" actId="12789"/>
          <ac:spMkLst>
            <pc:docMk/>
            <pc:sldMk cId="2042782976" sldId="2147480995"/>
            <ac:spMk id="47" creationId="{F1311B68-7019-5723-E2EC-1A9D1466A21A}"/>
          </ac:spMkLst>
        </pc:spChg>
        <pc:spChg chg="add mod">
          <ac:chgData name="Wolter, Max" userId="45e02a19-3f02-431a-8229-1df1e5dd2adf" providerId="ADAL" clId="{3D2CC97F-370A-4D4E-936D-801F808BBB04}" dt="2026-09-08T14:20:24.838" v="379" actId="207"/>
          <ac:spMkLst>
            <pc:docMk/>
            <pc:sldMk cId="2042782976" sldId="2147480995"/>
            <ac:spMk id="49" creationId="{CA2557BD-22A4-DD4E-6C52-3143F8D63DCE}"/>
          </ac:spMkLst>
        </pc:spChg>
        <pc:spChg chg="add mod">
          <ac:chgData name="Wolter, Max" userId="45e02a19-3f02-431a-8229-1df1e5dd2adf" providerId="ADAL" clId="{3D2CC97F-370A-4D4E-936D-801F808BBB04}" dt="2026-09-08T14:20:34.139" v="381" actId="207"/>
          <ac:spMkLst>
            <pc:docMk/>
            <pc:sldMk cId="2042782976" sldId="2147480995"/>
            <ac:spMk id="51" creationId="{5361ED23-9D3F-4A16-93E0-971CCC7EBDE5}"/>
          </ac:spMkLst>
        </pc:spChg>
        <pc:picChg chg="ord">
          <ac:chgData name="Wolter, Max" userId="45e02a19-3f02-431a-8229-1df1e5dd2adf" providerId="ADAL" clId="{3D2CC97F-370A-4D4E-936D-801F808BBB04}" dt="2026-09-08T13:36:35.647" v="213" actId="166"/>
          <ac:picMkLst>
            <pc:docMk/>
            <pc:sldMk cId="2042782976" sldId="2147480995"/>
            <ac:picMk id="6" creationId="{442F511C-4D82-2A94-48EB-07430B2CAC2B}"/>
          </ac:picMkLst>
        </pc:picChg>
        <pc:picChg chg="ord">
          <ac:chgData name="Wolter, Max" userId="45e02a19-3f02-431a-8229-1df1e5dd2adf" providerId="ADAL" clId="{3D2CC97F-370A-4D4E-936D-801F808BBB04}" dt="2026-09-08T13:36:35.647" v="213" actId="166"/>
          <ac:picMkLst>
            <pc:docMk/>
            <pc:sldMk cId="2042782976" sldId="2147480995"/>
            <ac:picMk id="9" creationId="{843B0D6B-6B80-3A75-1B52-4F30D64B93F1}"/>
          </ac:picMkLst>
        </pc:picChg>
        <pc:picChg chg="ord">
          <ac:chgData name="Wolter, Max" userId="45e02a19-3f02-431a-8229-1df1e5dd2adf" providerId="ADAL" clId="{3D2CC97F-370A-4D4E-936D-801F808BBB04}" dt="2026-09-08T13:36:35.647" v="213" actId="166"/>
          <ac:picMkLst>
            <pc:docMk/>
            <pc:sldMk cId="2042782976" sldId="2147480995"/>
            <ac:picMk id="13" creationId="{CD26FC1A-639E-7FF3-A307-A4E675C79DFF}"/>
          </ac:picMkLst>
        </pc:picChg>
        <pc:picChg chg="ord">
          <ac:chgData name="Wolter, Max" userId="45e02a19-3f02-431a-8229-1df1e5dd2adf" providerId="ADAL" clId="{3D2CC97F-370A-4D4E-936D-801F808BBB04}" dt="2026-09-08T13:36:35.647" v="213" actId="166"/>
          <ac:picMkLst>
            <pc:docMk/>
            <pc:sldMk cId="2042782976" sldId="2147480995"/>
            <ac:picMk id="16" creationId="{F162A6E1-3536-34F5-BD97-361EE8A33E62}"/>
          </ac:picMkLst>
        </pc:picChg>
        <pc:picChg chg="ord">
          <ac:chgData name="Wolter, Max" userId="45e02a19-3f02-431a-8229-1df1e5dd2adf" providerId="ADAL" clId="{3D2CC97F-370A-4D4E-936D-801F808BBB04}" dt="2026-09-08T13:36:35.647" v="213" actId="166"/>
          <ac:picMkLst>
            <pc:docMk/>
            <pc:sldMk cId="2042782976" sldId="2147480995"/>
            <ac:picMk id="19" creationId="{7D13B4CA-755F-DBF9-D97F-06C86D622535}"/>
          </ac:picMkLst>
        </pc:picChg>
      </pc:sldChg>
      <pc:sldChg chg="addSp delSp modSp add mod modAnim">
        <pc:chgData name="Wolter, Max" userId="45e02a19-3f02-431a-8229-1df1e5dd2adf" providerId="ADAL" clId="{3D2CC97F-370A-4D4E-936D-801F808BBB04}" dt="2026-09-11T06:43:03.597" v="3224"/>
        <pc:sldMkLst>
          <pc:docMk/>
          <pc:sldMk cId="724119344" sldId="2147480996"/>
        </pc:sldMkLst>
        <pc:spChg chg="mod">
          <ac:chgData name="Wolter, Max" userId="45e02a19-3f02-431a-8229-1df1e5dd2adf" providerId="ADAL" clId="{3D2CC97F-370A-4D4E-936D-801F808BBB04}" dt="2026-09-08T14:28:16.973" v="724" actId="207"/>
          <ac:spMkLst>
            <pc:docMk/>
            <pc:sldMk cId="724119344" sldId="2147480996"/>
            <ac:spMk id="5" creationId="{19F7CCD5-1A52-3B01-C2B2-D729B3B4467B}"/>
          </ac:spMkLst>
        </pc:spChg>
        <pc:spChg chg="add mod">
          <ac:chgData name="Wolter, Max" userId="45e02a19-3f02-431a-8229-1df1e5dd2adf" providerId="ADAL" clId="{3D2CC97F-370A-4D4E-936D-801F808BBB04}" dt="2026-09-08T14:26:37.263" v="712" actId="1076"/>
          <ac:spMkLst>
            <pc:docMk/>
            <pc:sldMk cId="724119344" sldId="2147480996"/>
            <ac:spMk id="7" creationId="{F3B087EC-7AD8-FA07-4F10-3D78F7669BC1}"/>
          </ac:spMkLst>
        </pc:spChg>
        <pc:spChg chg="add mod">
          <ac:chgData name="Wolter, Max" userId="45e02a19-3f02-431a-8229-1df1e5dd2adf" providerId="ADAL" clId="{3D2CC97F-370A-4D4E-936D-801F808BBB04}" dt="2026-09-08T14:26:40.117" v="713" actId="1076"/>
          <ac:spMkLst>
            <pc:docMk/>
            <pc:sldMk cId="724119344" sldId="2147480996"/>
            <ac:spMk id="10" creationId="{CED4D2DC-C9F6-DB22-837B-8BB2D5D1CACB}"/>
          </ac:spMkLst>
        </pc:spChg>
        <pc:spChg chg="mod">
          <ac:chgData name="Wolter, Max" userId="45e02a19-3f02-431a-8229-1df1e5dd2adf" providerId="ADAL" clId="{3D2CC97F-370A-4D4E-936D-801F808BBB04}" dt="2026-09-08T14:30:01.034" v="750" actId="207"/>
          <ac:spMkLst>
            <pc:docMk/>
            <pc:sldMk cId="724119344" sldId="2147480996"/>
            <ac:spMk id="12" creationId="{E95A188E-9A16-CE29-7432-5891DF8EB730}"/>
          </ac:spMkLst>
        </pc:spChg>
        <pc:spChg chg="add mod">
          <ac:chgData name="Wolter, Max" userId="45e02a19-3f02-431a-8229-1df1e5dd2adf" providerId="ADAL" clId="{3D2CC97F-370A-4D4E-936D-801F808BBB04}" dt="2026-09-08T14:25:47.825" v="699" actId="1076"/>
          <ac:spMkLst>
            <pc:docMk/>
            <pc:sldMk cId="724119344" sldId="2147480996"/>
            <ac:spMk id="14" creationId="{9B7C0AA0-C305-8CA7-DE7F-3EB66C44A325}"/>
          </ac:spMkLst>
        </pc:spChg>
        <pc:spChg chg="add mod">
          <ac:chgData name="Wolter, Max" userId="45e02a19-3f02-431a-8229-1df1e5dd2adf" providerId="ADAL" clId="{3D2CC97F-370A-4D4E-936D-801F808BBB04}" dt="2026-09-08T14:26:25.628" v="711" actId="1076"/>
          <ac:spMkLst>
            <pc:docMk/>
            <pc:sldMk cId="724119344" sldId="2147480996"/>
            <ac:spMk id="17" creationId="{2088901B-980F-F7E0-FAE1-B76B8A839397}"/>
          </ac:spMkLst>
        </pc:spChg>
        <pc:spChg chg="mod">
          <ac:chgData name="Wolter, Max" userId="45e02a19-3f02-431a-8229-1df1e5dd2adf" providerId="ADAL" clId="{3D2CC97F-370A-4D4E-936D-801F808BBB04}" dt="2026-09-08T14:28:06.827" v="723" actId="207"/>
          <ac:spMkLst>
            <pc:docMk/>
            <pc:sldMk cId="724119344" sldId="2147480996"/>
            <ac:spMk id="26" creationId="{46D4E96C-C9A4-750C-819A-BEEA54CBC6EC}"/>
          </ac:spMkLst>
        </pc:spChg>
        <pc:spChg chg="mod">
          <ac:chgData name="Wolter, Max" userId="45e02a19-3f02-431a-8229-1df1e5dd2adf" providerId="ADAL" clId="{3D2CC97F-370A-4D4E-936D-801F808BBB04}" dt="2026-09-08T14:26:00.887" v="707" actId="1076"/>
          <ac:spMkLst>
            <pc:docMk/>
            <pc:sldMk cId="724119344" sldId="2147480996"/>
            <ac:spMk id="28" creationId="{C113C6CC-DD44-563E-7BAE-F6EBC8A936A0}"/>
          </ac:spMkLst>
        </pc:spChg>
        <pc:spChg chg="mod">
          <ac:chgData name="Wolter, Max" userId="45e02a19-3f02-431a-8229-1df1e5dd2adf" providerId="ADAL" clId="{3D2CC97F-370A-4D4E-936D-801F808BBB04}" dt="2026-09-08T14:23:04.063" v="666" actId="20577"/>
          <ac:spMkLst>
            <pc:docMk/>
            <pc:sldMk cId="724119344" sldId="2147480996"/>
            <ac:spMk id="32" creationId="{F2A9B930-0498-4EC7-8192-5DD712E723F2}"/>
          </ac:spMkLst>
        </pc:spChg>
        <pc:spChg chg="add mod ord">
          <ac:chgData name="Wolter, Max" userId="45e02a19-3f02-431a-8229-1df1e5dd2adf" providerId="ADAL" clId="{3D2CC97F-370A-4D4E-936D-801F808BBB04}" dt="2026-09-08T14:27:54.994" v="722" actId="167"/>
          <ac:spMkLst>
            <pc:docMk/>
            <pc:sldMk cId="724119344" sldId="2147480996"/>
            <ac:spMk id="40" creationId="{878C02A5-FE64-5199-F4B8-018DC6940C86}"/>
          </ac:spMkLst>
        </pc:spChg>
        <pc:spChg chg="add mod">
          <ac:chgData name="Wolter, Max" userId="45e02a19-3f02-431a-8229-1df1e5dd2adf" providerId="ADAL" clId="{3D2CC97F-370A-4D4E-936D-801F808BBB04}" dt="2026-09-08T14:28:52.848" v="731" actId="207"/>
          <ac:spMkLst>
            <pc:docMk/>
            <pc:sldMk cId="724119344" sldId="2147480996"/>
            <ac:spMk id="48" creationId="{E12B4671-D6D4-FE0C-A12E-4FC8F3D61D6B}"/>
          </ac:spMkLst>
        </pc:spChg>
        <pc:graphicFrameChg chg="add mod">
          <ac:chgData name="Wolter, Max" userId="45e02a19-3f02-431a-8229-1df1e5dd2adf" providerId="ADAL" clId="{3D2CC97F-370A-4D4E-936D-801F808BBB04}" dt="2026-09-08T14:25:50.395" v="700" actId="1076"/>
          <ac:graphicFrameMkLst>
            <pc:docMk/>
            <pc:sldMk cId="724119344" sldId="2147480996"/>
            <ac:graphicFrameMk id="34" creationId="{6ACCBB2D-15A0-1C6A-3AA3-7BDDCC2ACB4E}"/>
          </ac:graphicFrameMkLst>
        </pc:graphicFrameChg>
        <pc:picChg chg="add mod">
          <ac:chgData name="Wolter, Max" userId="45e02a19-3f02-431a-8229-1df1e5dd2adf" providerId="ADAL" clId="{3D2CC97F-370A-4D4E-936D-801F808BBB04}" dt="2026-09-08T14:26:37.263" v="712" actId="1076"/>
          <ac:picMkLst>
            <pc:docMk/>
            <pc:sldMk cId="724119344" sldId="2147480996"/>
            <ac:picMk id="20" creationId="{FA941C1F-7312-A312-C3A0-25390DBB3285}"/>
          </ac:picMkLst>
        </pc:picChg>
        <pc:picChg chg="add mod">
          <ac:chgData name="Wolter, Max" userId="45e02a19-3f02-431a-8229-1df1e5dd2adf" providerId="ADAL" clId="{3D2CC97F-370A-4D4E-936D-801F808BBB04}" dt="2026-09-08T14:26:25.628" v="711" actId="1076"/>
          <ac:picMkLst>
            <pc:docMk/>
            <pc:sldMk cId="724119344" sldId="2147480996"/>
            <ac:picMk id="25" creationId="{C4C1191C-9B70-387E-85F7-469E3CCE87CA}"/>
          </ac:picMkLst>
        </pc:picChg>
        <pc:picChg chg="add mod">
          <ac:chgData name="Wolter, Max" userId="45e02a19-3f02-431a-8229-1df1e5dd2adf" providerId="ADAL" clId="{3D2CC97F-370A-4D4E-936D-801F808BBB04}" dt="2026-09-08T14:26:00.887" v="707" actId="1076"/>
          <ac:picMkLst>
            <pc:docMk/>
            <pc:sldMk cId="724119344" sldId="2147480996"/>
            <ac:picMk id="29" creationId="{A42F4C31-2842-D6DC-9379-2612E52C0BD2}"/>
          </ac:picMkLst>
        </pc:picChg>
        <pc:picChg chg="add mod">
          <ac:chgData name="Wolter, Max" userId="45e02a19-3f02-431a-8229-1df1e5dd2adf" providerId="ADAL" clId="{3D2CC97F-370A-4D4E-936D-801F808BBB04}" dt="2026-09-08T14:27:18.721" v="718" actId="14100"/>
          <ac:picMkLst>
            <pc:docMk/>
            <pc:sldMk cId="724119344" sldId="2147480996"/>
            <ac:picMk id="38" creationId="{D9766E50-C8CD-3929-7A6F-C254791CDCCA}"/>
          </ac:picMkLst>
        </pc:picChg>
        <pc:picChg chg="add mod ord">
          <ac:chgData name="Wolter, Max" userId="45e02a19-3f02-431a-8229-1df1e5dd2adf" providerId="ADAL" clId="{3D2CC97F-370A-4D4E-936D-801F808BBB04}" dt="2026-09-08T14:29:30.489" v="746" actId="1038"/>
          <ac:picMkLst>
            <pc:docMk/>
            <pc:sldMk cId="724119344" sldId="2147480996"/>
            <ac:picMk id="44" creationId="{8977CDF1-3198-16B2-9DB0-8B4BEAB08A7D}"/>
          </ac:picMkLst>
        </pc:picChg>
      </pc:sldChg>
      <pc:sldChg chg="addSp delSp modSp add mod modAnim modShow">
        <pc:chgData name="Wolter, Max" userId="45e02a19-3f02-431a-8229-1df1e5dd2adf" providerId="ADAL" clId="{3D2CC97F-370A-4D4E-936D-801F808BBB04}" dt="2026-09-11T10:52:15.118" v="3391"/>
        <pc:sldMkLst>
          <pc:docMk/>
          <pc:sldMk cId="2241594217" sldId="2147480998"/>
        </pc:sldMkLst>
        <pc:spChg chg="add mod topLvl">
          <ac:chgData name="Wolter, Max" userId="45e02a19-3f02-431a-8229-1df1e5dd2adf" providerId="ADAL" clId="{3D2CC97F-370A-4D4E-936D-801F808BBB04}" dt="2026-09-08T14:38:02.325" v="950" actId="207"/>
          <ac:spMkLst>
            <pc:docMk/>
            <pc:sldMk cId="2241594217" sldId="2147480998"/>
            <ac:spMk id="3" creationId="{39C0C276-164D-BB0C-B805-8B12041397A1}"/>
          </ac:spMkLst>
        </pc:spChg>
        <pc:spChg chg="add mod topLvl">
          <ac:chgData name="Wolter, Max" userId="45e02a19-3f02-431a-8229-1df1e5dd2adf" providerId="ADAL" clId="{3D2CC97F-370A-4D4E-936D-801F808BBB04}" dt="2026-09-08T14:38:13.098" v="951" actId="207"/>
          <ac:spMkLst>
            <pc:docMk/>
            <pc:sldMk cId="2241594217" sldId="2147480998"/>
            <ac:spMk id="8" creationId="{ACB7DC82-0CD3-6B6B-966F-D98E9ECD83C9}"/>
          </ac:spMkLst>
        </pc:spChg>
        <pc:spChg chg="add mod topLvl">
          <ac:chgData name="Wolter, Max" userId="45e02a19-3f02-431a-8229-1df1e5dd2adf" providerId="ADAL" clId="{3D2CC97F-370A-4D4E-936D-801F808BBB04}" dt="2026-09-08T14:38:13.098" v="951" actId="207"/>
          <ac:spMkLst>
            <pc:docMk/>
            <pc:sldMk cId="2241594217" sldId="2147480998"/>
            <ac:spMk id="13" creationId="{793EFEE7-2E4D-1483-2BBA-7A3A11934986}"/>
          </ac:spMkLst>
        </pc:spChg>
        <pc:spChg chg="add mod topLvl">
          <ac:chgData name="Wolter, Max" userId="45e02a19-3f02-431a-8229-1df1e5dd2adf" providerId="ADAL" clId="{3D2CC97F-370A-4D4E-936D-801F808BBB04}" dt="2026-09-08T14:38:13.098" v="951" actId="207"/>
          <ac:spMkLst>
            <pc:docMk/>
            <pc:sldMk cId="2241594217" sldId="2147480998"/>
            <ac:spMk id="17" creationId="{A3C579CA-709E-F13D-283C-249BC8F65D1A}"/>
          </ac:spMkLst>
        </pc:spChg>
        <pc:spChg chg="mod">
          <ac:chgData name="Wolter, Max" userId="45e02a19-3f02-431a-8229-1df1e5dd2adf" providerId="ADAL" clId="{3D2CC97F-370A-4D4E-936D-801F808BBB04}" dt="2026-09-08T14:38:13.098" v="951" actId="207"/>
          <ac:spMkLst>
            <pc:docMk/>
            <pc:sldMk cId="2241594217" sldId="2147480998"/>
            <ac:spMk id="21" creationId="{A0F28C2C-15FC-4525-0D78-04156448D913}"/>
          </ac:spMkLst>
        </pc:spChg>
        <pc:spChg chg="add mod topLvl">
          <ac:chgData name="Wolter, Max" userId="45e02a19-3f02-431a-8229-1df1e5dd2adf" providerId="ADAL" clId="{3D2CC97F-370A-4D4E-936D-801F808BBB04}" dt="2026-09-08T14:38:13.098" v="951" actId="207"/>
          <ac:spMkLst>
            <pc:docMk/>
            <pc:sldMk cId="2241594217" sldId="2147480998"/>
            <ac:spMk id="25" creationId="{90973E5C-ACF9-7424-590A-1F8730EBEF6A}"/>
          </ac:spMkLst>
        </pc:spChg>
        <pc:spChg chg="mod">
          <ac:chgData name="Wolter, Max" userId="45e02a19-3f02-431a-8229-1df1e5dd2adf" providerId="ADAL" clId="{3D2CC97F-370A-4D4E-936D-801F808BBB04}" dt="2026-09-08T14:33:26.955" v="864" actId="20577"/>
          <ac:spMkLst>
            <pc:docMk/>
            <pc:sldMk cId="2241594217" sldId="2147480998"/>
            <ac:spMk id="26" creationId="{D22004D2-1C97-69B7-9A9E-3A9C6B65DB01}"/>
          </ac:spMkLst>
        </pc:spChg>
        <pc:spChg chg="add mod topLvl">
          <ac:chgData name="Wolter, Max" userId="45e02a19-3f02-431a-8229-1df1e5dd2adf" providerId="ADAL" clId="{3D2CC97F-370A-4D4E-936D-801F808BBB04}" dt="2026-09-08T14:39:11.778" v="966" actId="1076"/>
          <ac:spMkLst>
            <pc:docMk/>
            <pc:sldMk cId="2241594217" sldId="2147480998"/>
            <ac:spMk id="30" creationId="{08E1FB23-5D67-021C-9F49-E920FA795679}"/>
          </ac:spMkLst>
        </pc:spChg>
        <pc:spChg chg="mod">
          <ac:chgData name="Wolter, Max" userId="45e02a19-3f02-431a-8229-1df1e5dd2adf" providerId="ADAL" clId="{3D2CC97F-370A-4D4E-936D-801F808BBB04}" dt="2026-09-08T14:33:30.959" v="872" actId="20577"/>
          <ac:spMkLst>
            <pc:docMk/>
            <pc:sldMk cId="2241594217" sldId="2147480998"/>
            <ac:spMk id="32" creationId="{6B1A0106-1CB1-65D3-561E-F62ED07719FE}"/>
          </ac:spMkLst>
        </pc:spChg>
        <pc:spChg chg="mod">
          <ac:chgData name="Wolter, Max" userId="45e02a19-3f02-431a-8229-1df1e5dd2adf" providerId="ADAL" clId="{3D2CC97F-370A-4D4E-936D-801F808BBB04}" dt="2026-09-08T14:39:43.995" v="973" actId="207"/>
          <ac:spMkLst>
            <pc:docMk/>
            <pc:sldMk cId="2241594217" sldId="2147480998"/>
            <ac:spMk id="33" creationId="{DA936415-1020-F3B9-D36C-C4A7C2FC6519}"/>
          </ac:spMkLst>
        </pc:spChg>
        <pc:spChg chg="add mod ord">
          <ac:chgData name="Wolter, Max" userId="45e02a19-3f02-431a-8229-1df1e5dd2adf" providerId="ADAL" clId="{3D2CC97F-370A-4D4E-936D-801F808BBB04}" dt="2026-09-08T14:35:55.253" v="908" actId="1076"/>
          <ac:spMkLst>
            <pc:docMk/>
            <pc:sldMk cId="2241594217" sldId="2147480998"/>
            <ac:spMk id="36" creationId="{B9339B6C-598C-178A-92BD-EF504F984E49}"/>
          </ac:spMkLst>
        </pc:spChg>
        <pc:spChg chg="add mod ord">
          <ac:chgData name="Wolter, Max" userId="45e02a19-3f02-431a-8229-1df1e5dd2adf" providerId="ADAL" clId="{3D2CC97F-370A-4D4E-936D-801F808BBB04}" dt="2026-09-08T14:36:30.081" v="918" actId="1076"/>
          <ac:spMkLst>
            <pc:docMk/>
            <pc:sldMk cId="2241594217" sldId="2147480998"/>
            <ac:spMk id="38" creationId="{CB843AE8-2A78-92EB-5C80-1EEECEDE8FD5}"/>
          </ac:spMkLst>
        </pc:spChg>
        <pc:spChg chg="add mod ord">
          <ac:chgData name="Wolter, Max" userId="45e02a19-3f02-431a-8229-1df1e5dd2adf" providerId="ADAL" clId="{3D2CC97F-370A-4D4E-936D-801F808BBB04}" dt="2026-09-08T14:36:49.863" v="926" actId="167"/>
          <ac:spMkLst>
            <pc:docMk/>
            <pc:sldMk cId="2241594217" sldId="2147480998"/>
            <ac:spMk id="40" creationId="{4BDC1CBA-4612-1314-61EC-EC29271B1A3C}"/>
          </ac:spMkLst>
        </pc:spChg>
        <pc:spChg chg="add mod ord">
          <ac:chgData name="Wolter, Max" userId="45e02a19-3f02-431a-8229-1df1e5dd2adf" providerId="ADAL" clId="{3D2CC97F-370A-4D4E-936D-801F808BBB04}" dt="2026-09-08T14:37:45.336" v="949" actId="1076"/>
          <ac:spMkLst>
            <pc:docMk/>
            <pc:sldMk cId="2241594217" sldId="2147480998"/>
            <ac:spMk id="42" creationId="{AFE71DFE-C654-7C2B-D11E-630803B0163F}"/>
          </ac:spMkLst>
        </pc:spChg>
        <pc:spChg chg="add mod ord">
          <ac:chgData name="Wolter, Max" userId="45e02a19-3f02-431a-8229-1df1e5dd2adf" providerId="ADAL" clId="{3D2CC97F-370A-4D4E-936D-801F808BBB04}" dt="2026-09-08T14:37:29.722" v="942" actId="1076"/>
          <ac:spMkLst>
            <pc:docMk/>
            <pc:sldMk cId="2241594217" sldId="2147480998"/>
            <ac:spMk id="44" creationId="{84F357B9-191C-4481-4770-97D890297151}"/>
          </ac:spMkLst>
        </pc:spChg>
        <pc:spChg chg="add mod ord">
          <ac:chgData name="Wolter, Max" userId="45e02a19-3f02-431a-8229-1df1e5dd2adf" providerId="ADAL" clId="{3D2CC97F-370A-4D4E-936D-801F808BBB04}" dt="2026-09-08T14:37:14.139" v="935" actId="20577"/>
          <ac:spMkLst>
            <pc:docMk/>
            <pc:sldMk cId="2241594217" sldId="2147480998"/>
            <ac:spMk id="46" creationId="{A616C3EB-F574-2587-ED7E-08B87944AB38}"/>
          </ac:spMkLst>
        </pc:spChg>
        <pc:spChg chg="add mod ord">
          <ac:chgData name="Wolter, Max" userId="45e02a19-3f02-431a-8229-1df1e5dd2adf" providerId="ADAL" clId="{3D2CC97F-370A-4D4E-936D-801F808BBB04}" dt="2026-09-08T14:39:52.760" v="974" actId="207"/>
          <ac:spMkLst>
            <pc:docMk/>
            <pc:sldMk cId="2241594217" sldId="2147480998"/>
            <ac:spMk id="48" creationId="{433EFDC5-29A4-D1F2-2A7A-4D507C7829BA}"/>
          </ac:spMkLst>
        </pc:spChg>
      </pc:sldChg>
      <pc:sldChg chg="addSp delSp modSp add mod ord">
        <pc:chgData name="Wolter, Max" userId="45e02a19-3f02-431a-8229-1df1e5dd2adf" providerId="ADAL" clId="{3D2CC97F-370A-4D4E-936D-801F808BBB04}" dt="2026-09-09T08:39:31.082" v="2784" actId="20577"/>
        <pc:sldMkLst>
          <pc:docMk/>
          <pc:sldMk cId="4270046847" sldId="2147481000"/>
        </pc:sldMkLst>
        <pc:spChg chg="mod">
          <ac:chgData name="Wolter, Max" userId="45e02a19-3f02-431a-8229-1df1e5dd2adf" providerId="ADAL" clId="{3D2CC97F-370A-4D4E-936D-801F808BBB04}" dt="2026-09-08T15:02:29.749" v="1313" actId="20577"/>
          <ac:spMkLst>
            <pc:docMk/>
            <pc:sldMk cId="4270046847" sldId="2147481000"/>
            <ac:spMk id="26" creationId="{CBF72A63-2A14-EDAE-E2D2-0528B23C3493}"/>
          </ac:spMkLst>
        </pc:spChg>
        <pc:spChg chg="mod">
          <ac:chgData name="Wolter, Max" userId="45e02a19-3f02-431a-8229-1df1e5dd2adf" providerId="ADAL" clId="{3D2CC97F-370A-4D4E-936D-801F808BBB04}" dt="2026-09-08T15:02:36.048" v="1326" actId="20577"/>
          <ac:spMkLst>
            <pc:docMk/>
            <pc:sldMk cId="4270046847" sldId="2147481000"/>
            <ac:spMk id="32" creationId="{1A2E78DB-B486-F1FB-C459-107176BE72F6}"/>
          </ac:spMkLst>
        </pc:spChg>
        <pc:spChg chg="mod ord">
          <ac:chgData name="Wolter, Max" userId="45e02a19-3f02-431a-8229-1df1e5dd2adf" providerId="ADAL" clId="{3D2CC97F-370A-4D4E-936D-801F808BBB04}" dt="2026-09-08T15:00:58.787" v="1298" actId="167"/>
          <ac:spMkLst>
            <pc:docMk/>
            <pc:sldMk cId="4270046847" sldId="2147481000"/>
            <ac:spMk id="40" creationId="{CA2ADA8E-9A42-0277-E7CF-EB8EE93655B0}"/>
          </ac:spMkLst>
        </pc:spChg>
        <pc:spChg chg="mod">
          <ac:chgData name="Wolter, Max" userId="45e02a19-3f02-431a-8229-1df1e5dd2adf" providerId="ADAL" clId="{3D2CC97F-370A-4D4E-936D-801F808BBB04}" dt="2026-09-08T15:02:48.334" v="1330" actId="2085"/>
          <ac:spMkLst>
            <pc:docMk/>
            <pc:sldMk cId="4270046847" sldId="2147481000"/>
            <ac:spMk id="48" creationId="{7420E153-71ED-9FFA-9B6D-494D045ACF36}"/>
          </ac:spMkLst>
        </pc:spChg>
        <pc:spChg chg="mod ord">
          <ac:chgData name="Wolter, Max" userId="45e02a19-3f02-431a-8229-1df1e5dd2adf" providerId="ADAL" clId="{3D2CC97F-370A-4D4E-936D-801F808BBB04}" dt="2026-09-08T14:55:38.410" v="1171" actId="166"/>
          <ac:spMkLst>
            <pc:docMk/>
            <pc:sldMk cId="4270046847" sldId="2147481000"/>
            <ac:spMk id="112" creationId="{4C76F7C1-CA2E-03BF-1A49-7681A56D827A}"/>
          </ac:spMkLst>
        </pc:spChg>
        <pc:spChg chg="mod">
          <ac:chgData name="Wolter, Max" userId="45e02a19-3f02-431a-8229-1df1e5dd2adf" providerId="ADAL" clId="{3D2CC97F-370A-4D4E-936D-801F808BBB04}" dt="2026-09-08T14:56:04.536" v="1218" actId="27636"/>
          <ac:spMkLst>
            <pc:docMk/>
            <pc:sldMk cId="4270046847" sldId="2147481000"/>
            <ac:spMk id="117" creationId="{2DBEC259-92B0-7B76-DCB7-1E69FCBA2640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18" creationId="{F471E045-A852-9C8E-9FB5-048A37AA2A54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19" creationId="{D9546F41-8FEB-6CAF-1F76-E7918B90D14F}"/>
          </ac:spMkLst>
        </pc:spChg>
        <pc:spChg chg="mod">
          <ac:chgData name="Wolter, Max" userId="45e02a19-3f02-431a-8229-1df1e5dd2adf" providerId="ADAL" clId="{3D2CC97F-370A-4D4E-936D-801F808BBB04}" dt="2026-09-08T14:56:04.539" v="1222" actId="27636"/>
          <ac:spMkLst>
            <pc:docMk/>
            <pc:sldMk cId="4270046847" sldId="2147481000"/>
            <ac:spMk id="122" creationId="{24071383-0E4B-CDBA-1B4A-9077F5BCAA94}"/>
          </ac:spMkLst>
        </pc:spChg>
        <pc:spChg chg="mod">
          <ac:chgData name="Wolter, Max" userId="45e02a19-3f02-431a-8229-1df1e5dd2adf" providerId="ADAL" clId="{3D2CC97F-370A-4D4E-936D-801F808BBB04}" dt="2026-09-08T14:56:04.541" v="1225" actId="27636"/>
          <ac:spMkLst>
            <pc:docMk/>
            <pc:sldMk cId="4270046847" sldId="2147481000"/>
            <ac:spMk id="127" creationId="{592F9CBB-8E51-D58E-7A36-F4416A46EE1A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28" creationId="{176FF46C-2A1F-477C-F308-D9A13C96D771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29" creationId="{8E1ECD66-C74F-CAC6-E103-03EF9D243355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32" creationId="{BE11F94D-37E8-0EEF-F748-D5EE0A9C80A2}"/>
          </ac:spMkLst>
        </pc:spChg>
        <pc:spChg chg="mod">
          <ac:chgData name="Wolter, Max" userId="45e02a19-3f02-431a-8229-1df1e5dd2adf" providerId="ADAL" clId="{3D2CC97F-370A-4D4E-936D-801F808BBB04}" dt="2026-09-08T14:56:04.538" v="1221" actId="27636"/>
          <ac:spMkLst>
            <pc:docMk/>
            <pc:sldMk cId="4270046847" sldId="2147481000"/>
            <ac:spMk id="137" creationId="{DBF411D8-E3F6-3EEC-1006-C5B5B8FC4B9B}"/>
          </ac:spMkLst>
        </pc:spChg>
        <pc:spChg chg="mod">
          <ac:chgData name="Wolter, Max" userId="45e02a19-3f02-431a-8229-1df1e5dd2adf" providerId="ADAL" clId="{3D2CC97F-370A-4D4E-936D-801F808BBB04}" dt="2026-09-08T14:56:04.543" v="1228" actId="27636"/>
          <ac:spMkLst>
            <pc:docMk/>
            <pc:sldMk cId="4270046847" sldId="2147481000"/>
            <ac:spMk id="138" creationId="{B0743E7E-C095-C8AF-FD20-7309059F5B80}"/>
          </ac:spMkLst>
        </pc:spChg>
        <pc:spChg chg="add mod or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39" creationId="{FD64960A-7C4B-1967-7D73-8A09860E53B5}"/>
          </ac:spMkLst>
        </pc:spChg>
        <pc:spChg chg="add mod topLvl">
          <ac:chgData name="Wolter, Max" userId="45e02a19-3f02-431a-8229-1df1e5dd2adf" providerId="ADAL" clId="{3D2CC97F-370A-4D4E-936D-801F808BBB04}" dt="2026-09-09T08:39:31.082" v="2784" actId="20577"/>
          <ac:spMkLst>
            <pc:docMk/>
            <pc:sldMk cId="4270046847" sldId="2147481000"/>
            <ac:spMk id="143" creationId="{83AC359E-E70E-AEB2-6ECC-95D87947C62D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44" creationId="{F2E00B15-BA54-D632-7A8A-DCB0F7F367DB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45" creationId="{EB49A56B-5F00-6B9C-73DF-F22A6111AF6E}"/>
          </ac:spMkLst>
        </pc:spChg>
        <pc:spChg chg="mod">
          <ac:chgData name="Wolter, Max" userId="45e02a19-3f02-431a-8229-1df1e5dd2adf" providerId="ADAL" clId="{3D2CC97F-370A-4D4E-936D-801F808BBB04}" dt="2026-09-08T14:56:04.542" v="1227" actId="27636"/>
          <ac:spMkLst>
            <pc:docMk/>
            <pc:sldMk cId="4270046847" sldId="2147481000"/>
            <ac:spMk id="149" creationId="{892741FD-6C17-33CB-BADE-84C05332B91C}"/>
          </ac:spMkLst>
        </pc:spChg>
        <pc:spChg chg="mod">
          <ac:chgData name="Wolter, Max" userId="45e02a19-3f02-431a-8229-1df1e5dd2adf" providerId="ADAL" clId="{3D2CC97F-370A-4D4E-936D-801F808BBB04}" dt="2026-09-08T14:56:04.537" v="1220" actId="27636"/>
          <ac:spMkLst>
            <pc:docMk/>
            <pc:sldMk cId="4270046847" sldId="2147481000"/>
            <ac:spMk id="154" creationId="{3EB6E185-D8D7-3AB4-C53A-A68E78F47F14}"/>
          </ac:spMkLst>
        </pc:spChg>
        <pc:spChg chg="add mod topLvl">
          <ac:chgData name="Wolter, Max" userId="45e02a19-3f02-431a-8229-1df1e5dd2adf" providerId="ADAL" clId="{3D2CC97F-370A-4D4E-936D-801F808BBB04}" dt="2026-09-08T14:58:24.509" v="1268" actId="165"/>
          <ac:spMkLst>
            <pc:docMk/>
            <pc:sldMk cId="4270046847" sldId="2147481000"/>
            <ac:spMk id="155" creationId="{1D782454-03E0-DB7D-9A3C-7B08127EC970}"/>
          </ac:spMkLst>
        </pc:spChg>
        <pc:spChg chg="mod">
          <ac:chgData name="Wolter, Max" userId="45e02a19-3f02-431a-8229-1df1e5dd2adf" providerId="ADAL" clId="{3D2CC97F-370A-4D4E-936D-801F808BBB04}" dt="2026-09-08T14:56:04.542" v="1226" actId="27636"/>
          <ac:spMkLst>
            <pc:docMk/>
            <pc:sldMk cId="4270046847" sldId="2147481000"/>
            <ac:spMk id="159" creationId="{1B51FE5A-941C-AB73-0993-2D32C5572E3A}"/>
          </ac:spMkLst>
        </pc:spChg>
        <pc:spChg chg="mod">
          <ac:chgData name="Wolter, Max" userId="45e02a19-3f02-431a-8229-1df1e5dd2adf" providerId="ADAL" clId="{3D2CC97F-370A-4D4E-936D-801F808BBB04}" dt="2026-09-08T14:56:04.536" v="1219" actId="27636"/>
          <ac:spMkLst>
            <pc:docMk/>
            <pc:sldMk cId="4270046847" sldId="2147481000"/>
            <ac:spMk id="164" creationId="{0507B96A-792A-8785-439F-0F6EAF825B7F}"/>
          </ac:spMkLst>
        </pc:spChg>
        <pc:spChg chg="mod">
          <ac:chgData name="Wolter, Max" userId="45e02a19-3f02-431a-8229-1df1e5dd2adf" providerId="ADAL" clId="{3D2CC97F-370A-4D4E-936D-801F808BBB04}" dt="2026-09-08T14:56:04.539" v="1223" actId="27636"/>
          <ac:spMkLst>
            <pc:docMk/>
            <pc:sldMk cId="4270046847" sldId="2147481000"/>
            <ac:spMk id="169" creationId="{6B395A06-3961-EE28-E1DF-3A84A741B76F}"/>
          </ac:spMkLst>
        </pc:spChg>
        <pc:spChg chg="add mod ord">
          <ac:chgData name="Wolter, Max" userId="45e02a19-3f02-431a-8229-1df1e5dd2adf" providerId="ADAL" clId="{3D2CC97F-370A-4D4E-936D-801F808BBB04}" dt="2026-09-08T14:59:26.485" v="1283" actId="167"/>
          <ac:spMkLst>
            <pc:docMk/>
            <pc:sldMk cId="4270046847" sldId="2147481000"/>
            <ac:spMk id="173" creationId="{6B54433F-A4EC-84A1-4EA8-B8EF77EC23A5}"/>
          </ac:spMkLst>
        </pc:spChg>
        <pc:spChg chg="add mod ord">
          <ac:chgData name="Wolter, Max" userId="45e02a19-3f02-431a-8229-1df1e5dd2adf" providerId="ADAL" clId="{3D2CC97F-370A-4D4E-936D-801F808BBB04}" dt="2026-09-08T15:00:56.276" v="1297" actId="167"/>
          <ac:spMkLst>
            <pc:docMk/>
            <pc:sldMk cId="4270046847" sldId="2147481000"/>
            <ac:spMk id="175" creationId="{326434BA-0C19-1816-8B32-E0832B3A3E20}"/>
          </ac:spMkLst>
        </pc:spChg>
        <pc:spChg chg="add mod">
          <ac:chgData name="Wolter, Max" userId="45e02a19-3f02-431a-8229-1df1e5dd2adf" providerId="ADAL" clId="{3D2CC97F-370A-4D4E-936D-801F808BBB04}" dt="2026-09-08T14:56:32.314" v="1245" actId="404"/>
          <ac:spMkLst>
            <pc:docMk/>
            <pc:sldMk cId="4270046847" sldId="2147481000"/>
            <ac:spMk id="177" creationId="{DF8CA21D-D48A-5E32-2F4A-DB2B613E2B63}"/>
          </ac:spMkLst>
        </pc:spChg>
        <pc:spChg chg="add mod">
          <ac:chgData name="Wolter, Max" userId="45e02a19-3f02-431a-8229-1df1e5dd2adf" providerId="ADAL" clId="{3D2CC97F-370A-4D4E-936D-801F808BBB04}" dt="2026-09-08T14:56:50.603" v="1256" actId="207"/>
          <ac:spMkLst>
            <pc:docMk/>
            <pc:sldMk cId="4270046847" sldId="2147481000"/>
            <ac:spMk id="179" creationId="{FC2104AF-999D-5913-AF6B-14724D17F93D}"/>
          </ac:spMkLst>
        </pc:spChg>
        <pc:spChg chg="add mod">
          <ac:chgData name="Wolter, Max" userId="45e02a19-3f02-431a-8229-1df1e5dd2adf" providerId="ADAL" clId="{3D2CC97F-370A-4D4E-936D-801F808BBB04}" dt="2026-09-08T14:59:44.719" v="1285" actId="12788"/>
          <ac:spMkLst>
            <pc:docMk/>
            <pc:sldMk cId="4270046847" sldId="2147481000"/>
            <ac:spMk id="183" creationId="{29EB020A-A152-746B-3332-58A1CF11A0AD}"/>
          </ac:spMkLst>
        </pc:spChg>
        <pc:spChg chg="add mod ord">
          <ac:chgData name="Wolter, Max" userId="45e02a19-3f02-431a-8229-1df1e5dd2adf" providerId="ADAL" clId="{3D2CC97F-370A-4D4E-936D-801F808BBB04}" dt="2026-09-08T14:59:44.719" v="1285" actId="12788"/>
          <ac:spMkLst>
            <pc:docMk/>
            <pc:sldMk cId="4270046847" sldId="2147481000"/>
            <ac:spMk id="185" creationId="{3C71081F-6FE6-D543-A172-1D684124346F}"/>
          </ac:spMkLst>
        </pc:spChg>
        <pc:spChg chg="add mod ord">
          <ac:chgData name="Wolter, Max" userId="45e02a19-3f02-431a-8229-1df1e5dd2adf" providerId="ADAL" clId="{3D2CC97F-370A-4D4E-936D-801F808BBB04}" dt="2026-09-08T15:01:40.812" v="1302" actId="207"/>
          <ac:spMkLst>
            <pc:docMk/>
            <pc:sldMk cId="4270046847" sldId="2147481000"/>
            <ac:spMk id="187" creationId="{41BA710F-6A47-2374-FE63-0498076DB0AA}"/>
          </ac:spMkLst>
        </pc:spChg>
        <pc:spChg chg="add mod ord">
          <ac:chgData name="Wolter, Max" userId="45e02a19-3f02-431a-8229-1df1e5dd2adf" providerId="ADAL" clId="{3D2CC97F-370A-4D4E-936D-801F808BBB04}" dt="2026-09-08T15:02:09.227" v="1304" actId="207"/>
          <ac:spMkLst>
            <pc:docMk/>
            <pc:sldMk cId="4270046847" sldId="2147481000"/>
            <ac:spMk id="189" creationId="{0268F29F-B85A-D9D0-77FF-0DB35BD7EF0B}"/>
          </ac:spMkLst>
        </pc:spChg>
        <pc:spChg chg="add mod ord">
          <ac:chgData name="Wolter, Max" userId="45e02a19-3f02-431a-8229-1df1e5dd2adf" providerId="ADAL" clId="{3D2CC97F-370A-4D4E-936D-801F808BBB04}" dt="2026-09-08T15:01:33.019" v="1301" actId="207"/>
          <ac:spMkLst>
            <pc:docMk/>
            <pc:sldMk cId="4270046847" sldId="2147481000"/>
            <ac:spMk id="191" creationId="{17BFBA31-1282-CA65-ECE5-2FCFFFC7178E}"/>
          </ac:spMkLst>
        </pc:spChg>
        <pc:spChg chg="add mod ord">
          <ac:chgData name="Wolter, Max" userId="45e02a19-3f02-431a-8229-1df1e5dd2adf" providerId="ADAL" clId="{3D2CC97F-370A-4D4E-936D-801F808BBB04}" dt="2026-09-08T15:01:08.453" v="1299" actId="12788"/>
          <ac:spMkLst>
            <pc:docMk/>
            <pc:sldMk cId="4270046847" sldId="2147481000"/>
            <ac:spMk id="193" creationId="{92EE247F-CB78-EA5A-342F-CE77A9332AF5}"/>
          </ac:spMkLst>
        </pc:spChg>
        <pc:spChg chg="add mod ord">
          <ac:chgData name="Wolter, Max" userId="45e02a19-3f02-431a-8229-1df1e5dd2adf" providerId="ADAL" clId="{3D2CC97F-370A-4D4E-936D-801F808BBB04}" dt="2026-09-08T15:02:09.227" v="1304" actId="207"/>
          <ac:spMkLst>
            <pc:docMk/>
            <pc:sldMk cId="4270046847" sldId="2147481000"/>
            <ac:spMk id="195" creationId="{4CA36E0E-3928-2D6D-FEE6-82ABED7FCB66}"/>
          </ac:spMkLst>
        </pc:spChg>
        <pc:spChg chg="add mod ord">
          <ac:chgData name="Wolter, Max" userId="45e02a19-3f02-431a-8229-1df1e5dd2adf" providerId="ADAL" clId="{3D2CC97F-370A-4D4E-936D-801F808BBB04}" dt="2026-09-08T15:01:27.451" v="1300" actId="207"/>
          <ac:spMkLst>
            <pc:docMk/>
            <pc:sldMk cId="4270046847" sldId="2147481000"/>
            <ac:spMk id="197" creationId="{7FA3424F-C892-C61A-6C46-720199B1671E}"/>
          </ac:spMkLst>
        </pc:spChg>
        <pc:spChg chg="add mod ord">
          <ac:chgData name="Wolter, Max" userId="45e02a19-3f02-431a-8229-1df1e5dd2adf" providerId="ADAL" clId="{3D2CC97F-370A-4D4E-936D-801F808BBB04}" dt="2026-09-08T15:01:33.019" v="1301" actId="207"/>
          <ac:spMkLst>
            <pc:docMk/>
            <pc:sldMk cId="4270046847" sldId="2147481000"/>
            <ac:spMk id="199" creationId="{357D695A-777A-756E-250B-EED1891EB2A1}"/>
          </ac:spMkLst>
        </pc:spChg>
        <pc:spChg chg="add mod ord">
          <ac:chgData name="Wolter, Max" userId="45e02a19-3f02-431a-8229-1df1e5dd2adf" providerId="ADAL" clId="{3D2CC97F-370A-4D4E-936D-801F808BBB04}" dt="2026-09-08T15:01:08.453" v="1299" actId="12788"/>
          <ac:spMkLst>
            <pc:docMk/>
            <pc:sldMk cId="4270046847" sldId="2147481000"/>
            <ac:spMk id="201" creationId="{8DE7EC74-4F2A-0DE0-5CCD-67099C417AAD}"/>
          </ac:spMkLst>
        </pc:spChg>
        <pc:spChg chg="add mod ord">
          <ac:chgData name="Wolter, Max" userId="45e02a19-3f02-431a-8229-1df1e5dd2adf" providerId="ADAL" clId="{3D2CC97F-370A-4D4E-936D-801F808BBB04}" dt="2026-09-08T15:01:08.453" v="1299" actId="12788"/>
          <ac:spMkLst>
            <pc:docMk/>
            <pc:sldMk cId="4270046847" sldId="2147481000"/>
            <ac:spMk id="203" creationId="{42F2B129-371B-9919-BF4E-24DFAB7B01BF}"/>
          </ac:spMkLst>
        </pc:spChg>
        <pc:picChg chg="mod ord">
          <ac:chgData name="Wolter, Max" userId="45e02a19-3f02-431a-8229-1df1e5dd2adf" providerId="ADAL" clId="{3D2CC97F-370A-4D4E-936D-801F808BBB04}" dt="2026-09-08T14:59:44.719" v="1285" actId="12788"/>
          <ac:picMkLst>
            <pc:docMk/>
            <pc:sldMk cId="4270046847" sldId="2147481000"/>
            <ac:picMk id="115" creationId="{2C07F2CA-EF05-C199-1144-B49757758532}"/>
          </ac:picMkLst>
        </pc:picChg>
        <pc:picChg chg="mod ord">
          <ac:chgData name="Wolter, Max" userId="45e02a19-3f02-431a-8229-1df1e5dd2adf" providerId="ADAL" clId="{3D2CC97F-370A-4D4E-936D-801F808BBB04}" dt="2026-09-08T14:59:44.719" v="1285" actId="12788"/>
          <ac:picMkLst>
            <pc:docMk/>
            <pc:sldMk cId="4270046847" sldId="2147481000"/>
            <ac:picMk id="120" creationId="{A6483F20-B383-B34E-4D3E-8BAA300B8B36}"/>
          </ac:picMkLst>
        </pc:picChg>
        <pc:picChg chg="mod ord">
          <ac:chgData name="Wolter, Max" userId="45e02a19-3f02-431a-8229-1df1e5dd2adf" providerId="ADAL" clId="{3D2CC97F-370A-4D4E-936D-801F808BBB04}" dt="2026-09-08T15:02:18.756" v="1307" actId="1036"/>
          <ac:picMkLst>
            <pc:docMk/>
            <pc:sldMk cId="4270046847" sldId="2147481000"/>
            <ac:picMk id="125" creationId="{F7735B5E-1512-25FE-C306-C6F6D702DE45}"/>
          </ac:picMkLst>
        </pc:picChg>
        <pc:picChg chg="mod ord">
          <ac:chgData name="Wolter, Max" userId="45e02a19-3f02-431a-8229-1df1e5dd2adf" providerId="ADAL" clId="{3D2CC97F-370A-4D4E-936D-801F808BBB04}" dt="2026-09-08T15:02:03.023" v="1303" actId="207"/>
          <ac:picMkLst>
            <pc:docMk/>
            <pc:sldMk cId="4270046847" sldId="2147481000"/>
            <ac:picMk id="130" creationId="{BCD98DC7-F765-CE5B-CF13-D5A90A6D42EC}"/>
          </ac:picMkLst>
        </pc:picChg>
        <pc:picChg chg="mod ord">
          <ac:chgData name="Wolter, Max" userId="45e02a19-3f02-431a-8229-1df1e5dd2adf" providerId="ADAL" clId="{3D2CC97F-370A-4D4E-936D-801F808BBB04}" dt="2026-09-08T14:59:44.719" v="1285" actId="12788"/>
          <ac:picMkLst>
            <pc:docMk/>
            <pc:sldMk cId="4270046847" sldId="2147481000"/>
            <ac:picMk id="135" creationId="{C3CD74B9-E7F6-9A12-BA0A-C47D124B61D0}"/>
          </ac:picMkLst>
        </pc:picChg>
        <pc:picChg chg="mod">
          <ac:chgData name="Wolter, Max" userId="45e02a19-3f02-431a-8229-1df1e5dd2adf" providerId="ADAL" clId="{3D2CC97F-370A-4D4E-936D-801F808BBB04}" dt="2026-09-08T15:01:08.453" v="1299" actId="12788"/>
          <ac:picMkLst>
            <pc:docMk/>
            <pc:sldMk cId="4270046847" sldId="2147481000"/>
            <ac:picMk id="142" creationId="{15553389-81A3-1995-ECE6-4657EEC9B678}"/>
          </ac:picMkLst>
        </pc:picChg>
        <pc:picChg chg="mod">
          <ac:chgData name="Wolter, Max" userId="45e02a19-3f02-431a-8229-1df1e5dd2adf" providerId="ADAL" clId="{3D2CC97F-370A-4D4E-936D-801F808BBB04}" dt="2026-09-08T15:02:03.023" v="1303" actId="207"/>
          <ac:picMkLst>
            <pc:docMk/>
            <pc:sldMk cId="4270046847" sldId="2147481000"/>
            <ac:picMk id="152" creationId="{51B1DEE8-4256-8E90-3449-E5F4570D7EBC}"/>
          </ac:picMkLst>
        </pc:picChg>
        <pc:picChg chg="mod">
          <ac:chgData name="Wolter, Max" userId="45e02a19-3f02-431a-8229-1df1e5dd2adf" providerId="ADAL" clId="{3D2CC97F-370A-4D4E-936D-801F808BBB04}" dt="2026-09-08T15:01:08.453" v="1299" actId="12788"/>
          <ac:picMkLst>
            <pc:docMk/>
            <pc:sldMk cId="4270046847" sldId="2147481000"/>
            <ac:picMk id="157" creationId="{27357D5A-75A5-00A4-ACA3-CD165A1B5421}"/>
          </ac:picMkLst>
        </pc:picChg>
        <pc:picChg chg="mod">
          <ac:chgData name="Wolter, Max" userId="45e02a19-3f02-431a-8229-1df1e5dd2adf" providerId="ADAL" clId="{3D2CC97F-370A-4D4E-936D-801F808BBB04}" dt="2026-09-08T15:01:08.453" v="1299" actId="12788"/>
          <ac:picMkLst>
            <pc:docMk/>
            <pc:sldMk cId="4270046847" sldId="2147481000"/>
            <ac:picMk id="162" creationId="{A77828E1-9D7C-CF09-3EF5-D2E22EF504DF}"/>
          </ac:picMkLst>
        </pc:picChg>
        <pc:picChg chg="mod">
          <ac:chgData name="Wolter, Max" userId="45e02a19-3f02-431a-8229-1df1e5dd2adf" providerId="ADAL" clId="{3D2CC97F-370A-4D4E-936D-801F808BBB04}" dt="2026-09-08T15:01:08.453" v="1299" actId="12788"/>
          <ac:picMkLst>
            <pc:docMk/>
            <pc:sldMk cId="4270046847" sldId="2147481000"/>
            <ac:picMk id="167" creationId="{66E68235-F9AA-24A6-4C37-DFEE0494935E}"/>
          </ac:picMkLst>
        </pc:picChg>
      </pc:sldChg>
      <pc:sldChg chg="add ord">
        <pc:chgData name="Wolter, Max" userId="45e02a19-3f02-431a-8229-1df1e5dd2adf" providerId="ADAL" clId="{3D2CC97F-370A-4D4E-936D-801F808BBB04}" dt="2026-09-08T15:03:07.267" v="1334"/>
        <pc:sldMkLst>
          <pc:docMk/>
          <pc:sldMk cId="3907829965" sldId="2147481002"/>
        </pc:sldMkLst>
      </pc:sldChg>
      <pc:sldChg chg="addSp delSp modSp add mod">
        <pc:chgData name="Wolter, Max" userId="45e02a19-3f02-431a-8229-1df1e5dd2adf" providerId="ADAL" clId="{3D2CC97F-370A-4D4E-936D-801F808BBB04}" dt="2026-09-11T12:07:14.768" v="3394" actId="20577"/>
        <pc:sldMkLst>
          <pc:docMk/>
          <pc:sldMk cId="7031370" sldId="2147481003"/>
        </pc:sldMkLst>
        <pc:spChg chg="add mod">
          <ac:chgData name="Wolter, Max" userId="45e02a19-3f02-431a-8229-1df1e5dd2adf" providerId="ADAL" clId="{3D2CC97F-370A-4D4E-936D-801F808BBB04}" dt="2026-09-11T12:07:14.768" v="3394" actId="20577"/>
          <ac:spMkLst>
            <pc:docMk/>
            <pc:sldMk cId="7031370" sldId="2147481003"/>
            <ac:spMk id="2" creationId="{ED130FF7-FDA0-F238-67E3-AA69456CE8CA}"/>
          </ac:spMkLst>
        </pc:spChg>
        <pc:spChg chg="mod">
          <ac:chgData name="Wolter, Max" userId="45e02a19-3f02-431a-8229-1df1e5dd2adf" providerId="ADAL" clId="{3D2CC97F-370A-4D4E-936D-801F808BBB04}" dt="2026-09-08T15:27:04.726" v="2110" actId="20577"/>
          <ac:spMkLst>
            <pc:docMk/>
            <pc:sldMk cId="7031370" sldId="2147481003"/>
            <ac:spMk id="3" creationId="{FA66F713-E1D9-CDA0-0AC6-1F7A160C0610}"/>
          </ac:spMkLst>
        </pc:spChg>
        <pc:spChg chg="add mod">
          <ac:chgData name="Wolter, Max" userId="45e02a19-3f02-431a-8229-1df1e5dd2adf" providerId="ADAL" clId="{3D2CC97F-370A-4D4E-936D-801F808BBB04}" dt="2026-09-08T15:29:02.262" v="2220" actId="20577"/>
          <ac:spMkLst>
            <pc:docMk/>
            <pc:sldMk cId="7031370" sldId="2147481003"/>
            <ac:spMk id="7" creationId="{06F26739-4036-1586-33FE-A4F700284059}"/>
          </ac:spMkLst>
        </pc:spChg>
        <pc:spChg chg="mod">
          <ac:chgData name="Wolter, Max" userId="45e02a19-3f02-431a-8229-1df1e5dd2adf" providerId="ADAL" clId="{3D2CC97F-370A-4D4E-936D-801F808BBB04}" dt="2026-09-11T10:49:16.208" v="3341" actId="20577"/>
          <ac:spMkLst>
            <pc:docMk/>
            <pc:sldMk cId="7031370" sldId="2147481003"/>
            <ac:spMk id="9" creationId="{839E26CD-FCFE-A15D-E552-21542E487F04}"/>
          </ac:spMkLst>
        </pc:spChg>
        <pc:spChg chg="add mod">
          <ac:chgData name="Wolter, Max" userId="45e02a19-3f02-431a-8229-1df1e5dd2adf" providerId="ADAL" clId="{3D2CC97F-370A-4D4E-936D-801F808BBB04}" dt="2026-09-08T15:29:41.204" v="2270" actId="20577"/>
          <ac:spMkLst>
            <pc:docMk/>
            <pc:sldMk cId="7031370" sldId="2147481003"/>
            <ac:spMk id="10" creationId="{1642D5CD-4C77-F5F1-AC58-D37B413FE7C7}"/>
          </ac:spMkLst>
        </pc:spChg>
        <pc:spChg chg="add mod">
          <ac:chgData name="Wolter, Max" userId="45e02a19-3f02-431a-8229-1df1e5dd2adf" providerId="ADAL" clId="{3D2CC97F-370A-4D4E-936D-801F808BBB04}" dt="2026-09-08T15:30:07.834" v="2328" actId="20577"/>
          <ac:spMkLst>
            <pc:docMk/>
            <pc:sldMk cId="7031370" sldId="2147481003"/>
            <ac:spMk id="14" creationId="{5ACF3C70-3EC0-8D76-A153-7091250D1169}"/>
          </ac:spMkLst>
        </pc:spChg>
        <pc:spChg chg="add mod">
          <ac:chgData name="Wolter, Max" userId="45e02a19-3f02-431a-8229-1df1e5dd2adf" providerId="ADAL" clId="{3D2CC97F-370A-4D4E-936D-801F808BBB04}" dt="2026-09-08T15:30:25.475" v="2373" actId="20577"/>
          <ac:spMkLst>
            <pc:docMk/>
            <pc:sldMk cId="7031370" sldId="2147481003"/>
            <ac:spMk id="17" creationId="{720063BC-2244-CC8C-6CB0-9EBBFC9FFAA4}"/>
          </ac:spMkLst>
        </pc:spChg>
        <pc:spChg chg="mod">
          <ac:chgData name="Wolter, Max" userId="45e02a19-3f02-431a-8229-1df1e5dd2adf" providerId="ADAL" clId="{3D2CC97F-370A-4D4E-936D-801F808BBB04}" dt="2026-09-11T10:49:22.378" v="3345" actId="403"/>
          <ac:spMkLst>
            <pc:docMk/>
            <pc:sldMk cId="7031370" sldId="2147481003"/>
            <ac:spMk id="19" creationId="{E08B0D55-12FE-E44C-FB31-36F90A5A44CF}"/>
          </ac:spMkLst>
        </pc:spChg>
        <pc:spChg chg="mod">
          <ac:chgData name="Wolter, Max" userId="45e02a19-3f02-431a-8229-1df1e5dd2adf" providerId="ADAL" clId="{3D2CC97F-370A-4D4E-936D-801F808BBB04}" dt="2026-09-11T10:50:19.614" v="3390" actId="403"/>
          <ac:spMkLst>
            <pc:docMk/>
            <pc:sldMk cId="7031370" sldId="2147481003"/>
            <ac:spMk id="30" creationId="{2F1D83A8-2446-3B81-CD2A-D2FFECE965EF}"/>
          </ac:spMkLst>
        </pc:spChg>
        <pc:spChg chg="mod">
          <ac:chgData name="Wolter, Max" userId="45e02a19-3f02-431a-8229-1df1e5dd2adf" providerId="ADAL" clId="{3D2CC97F-370A-4D4E-936D-801F808BBB04}" dt="2026-09-11T10:50:16.200" v="3386" actId="255"/>
          <ac:spMkLst>
            <pc:docMk/>
            <pc:sldMk cId="7031370" sldId="2147481003"/>
            <ac:spMk id="39" creationId="{9B894B2C-7FD8-3365-61E0-FA9B3847F7EB}"/>
          </ac:spMkLst>
        </pc:spChg>
        <pc:spChg chg="mod">
          <ac:chgData name="Wolter, Max" userId="45e02a19-3f02-431a-8229-1df1e5dd2adf" providerId="ADAL" clId="{3D2CC97F-370A-4D4E-936D-801F808BBB04}" dt="2026-09-11T10:50:04.536" v="3384" actId="20577"/>
          <ac:spMkLst>
            <pc:docMk/>
            <pc:sldMk cId="7031370" sldId="2147481003"/>
            <ac:spMk id="47" creationId="{744F6051-E619-BFBF-198C-7087E3C936D6}"/>
          </ac:spMkLst>
        </pc:spChg>
        <pc:spChg chg="mod">
          <ac:chgData name="Wolter, Max" userId="45e02a19-3f02-431a-8229-1df1e5dd2adf" providerId="ADAL" clId="{3D2CC97F-370A-4D4E-936D-801F808BBB04}" dt="2026-09-08T15:02:58.416" v="1332" actId="1035"/>
          <ac:spMkLst>
            <pc:docMk/>
            <pc:sldMk cId="7031370" sldId="2147481003"/>
            <ac:spMk id="48" creationId="{1EB3037D-5CD9-7451-D39C-4CA1E945FEA9}"/>
          </ac:spMkLst>
        </pc:spChg>
      </pc:sldChg>
      <pc:sldChg chg="addSp delSp modSp add del mod modShow">
        <pc:chgData name="Wolter, Max" userId="45e02a19-3f02-431a-8229-1df1e5dd2adf" providerId="ADAL" clId="{3D2CC97F-370A-4D4E-936D-801F808BBB04}" dt="2026-09-11T10:42:27.525" v="3313" actId="47"/>
        <pc:sldMkLst>
          <pc:docMk/>
          <pc:sldMk cId="2129105114" sldId="2147481004"/>
        </pc:sldMkLst>
      </pc:sldChg>
      <pc:sldChg chg="addSp delSp modSp add mod">
        <pc:chgData name="Wolter, Max" userId="45e02a19-3f02-431a-8229-1df1e5dd2adf" providerId="ADAL" clId="{3D2CC97F-370A-4D4E-936D-801F808BBB04}" dt="2026-09-11T10:41:49.051" v="3312" actId="20577"/>
        <pc:sldMkLst>
          <pc:docMk/>
          <pc:sldMk cId="444811986" sldId="2147481005"/>
        </pc:sldMkLst>
        <pc:spChg chg="add mod">
          <ac:chgData name="Wolter, Max" userId="45e02a19-3f02-431a-8229-1df1e5dd2adf" providerId="ADAL" clId="{3D2CC97F-370A-4D4E-936D-801F808BBB04}" dt="2026-09-09T09:38:13.630" v="3098" actId="1582"/>
          <ac:spMkLst>
            <pc:docMk/>
            <pc:sldMk cId="444811986" sldId="2147481005"/>
            <ac:spMk id="2" creationId="{9D2D519E-7F39-1D4D-6CAA-A711146B8BFF}"/>
          </ac:spMkLst>
        </pc:spChg>
        <pc:spChg chg="add mod">
          <ac:chgData name="Wolter, Max" userId="45e02a19-3f02-431a-8229-1df1e5dd2adf" providerId="ADAL" clId="{3D2CC97F-370A-4D4E-936D-801F808BBB04}" dt="2026-09-09T09:34:52.093" v="2991" actId="2085"/>
          <ac:spMkLst>
            <pc:docMk/>
            <pc:sldMk cId="444811986" sldId="2147481005"/>
            <ac:spMk id="3" creationId="{D42A749F-B718-EABD-FF71-68F6B2C7685B}"/>
          </ac:spMkLst>
        </pc:spChg>
        <pc:spChg chg="add mod">
          <ac:chgData name="Wolter, Max" userId="45e02a19-3f02-431a-8229-1df1e5dd2adf" providerId="ADAL" clId="{3D2CC97F-370A-4D4E-936D-801F808BBB04}" dt="2026-09-11T10:41:49.051" v="3312" actId="20577"/>
          <ac:spMkLst>
            <pc:docMk/>
            <pc:sldMk cId="444811986" sldId="2147481005"/>
            <ac:spMk id="6" creationId="{505F75F3-04BE-06E0-D6C6-5E00D07010AB}"/>
          </ac:spMkLst>
        </pc:spChg>
        <pc:spChg chg="mod">
          <ac:chgData name="Wolter, Max" userId="45e02a19-3f02-431a-8229-1df1e5dd2adf" providerId="ADAL" clId="{3D2CC97F-370A-4D4E-936D-801F808BBB04}" dt="2026-09-09T09:34:00.757" v="2983" actId="1076"/>
          <ac:spMkLst>
            <pc:docMk/>
            <pc:sldMk cId="444811986" sldId="2147481005"/>
            <ac:spMk id="7" creationId="{7A46C594-9850-E73A-F073-11E6425AC4B1}"/>
          </ac:spMkLst>
        </pc:spChg>
        <pc:spChg chg="mod">
          <ac:chgData name="Wolter, Max" userId="45e02a19-3f02-431a-8229-1df1e5dd2adf" providerId="ADAL" clId="{3D2CC97F-370A-4D4E-936D-801F808BBB04}" dt="2026-09-09T09:34:00.757" v="2983" actId="1076"/>
          <ac:spMkLst>
            <pc:docMk/>
            <pc:sldMk cId="444811986" sldId="2147481005"/>
            <ac:spMk id="8" creationId="{0546A622-B00B-3D6F-EF9B-CE59D8AED4FB}"/>
          </ac:spMkLst>
        </pc:spChg>
        <pc:spChg chg="mod">
          <ac:chgData name="Wolter, Max" userId="45e02a19-3f02-431a-8229-1df1e5dd2adf" providerId="ADAL" clId="{3D2CC97F-370A-4D4E-936D-801F808BBB04}" dt="2026-09-09T09:34:00.757" v="2983" actId="1076"/>
          <ac:spMkLst>
            <pc:docMk/>
            <pc:sldMk cId="444811986" sldId="2147481005"/>
            <ac:spMk id="9" creationId="{3CEBB33F-83CC-5446-47C8-5F6FAE3964DA}"/>
          </ac:spMkLst>
        </pc:spChg>
        <pc:spChg chg="add mod">
          <ac:chgData name="Wolter, Max" userId="45e02a19-3f02-431a-8229-1df1e5dd2adf" providerId="ADAL" clId="{3D2CC97F-370A-4D4E-936D-801F808BBB04}" dt="2026-09-09T09:37:37.595" v="3094" actId="1035"/>
          <ac:spMkLst>
            <pc:docMk/>
            <pc:sldMk cId="444811986" sldId="2147481005"/>
            <ac:spMk id="10" creationId="{4D8A3FC2-11AC-F279-CB9A-5D9F57624623}"/>
          </ac:spMkLst>
        </pc:spChg>
        <pc:spChg chg="mod">
          <ac:chgData name="Wolter, Max" userId="45e02a19-3f02-431a-8229-1df1e5dd2adf" providerId="ADAL" clId="{3D2CC97F-370A-4D4E-936D-801F808BBB04}" dt="2026-09-09T09:34:09.397" v="2984" actId="1076"/>
          <ac:spMkLst>
            <pc:docMk/>
            <pc:sldMk cId="444811986" sldId="2147481005"/>
            <ac:spMk id="13" creationId="{B57489E7-D263-3B1A-B3F7-44C63D17079E}"/>
          </ac:spMkLst>
        </pc:spChg>
        <pc:spChg chg="mod">
          <ac:chgData name="Wolter, Max" userId="45e02a19-3f02-431a-8229-1df1e5dd2adf" providerId="ADAL" clId="{3D2CC97F-370A-4D4E-936D-801F808BBB04}" dt="2026-09-09T09:34:09.397" v="2984" actId="1076"/>
          <ac:spMkLst>
            <pc:docMk/>
            <pc:sldMk cId="444811986" sldId="2147481005"/>
            <ac:spMk id="14" creationId="{40F6165D-F44C-6330-DD96-05FE506F719A}"/>
          </ac:spMkLst>
        </pc:spChg>
        <pc:spChg chg="add mod">
          <ac:chgData name="Wolter, Max" userId="45e02a19-3f02-431a-8229-1df1e5dd2adf" providerId="ADAL" clId="{3D2CC97F-370A-4D4E-936D-801F808BBB04}" dt="2026-09-09T09:37:31.472" v="3080" actId="14100"/>
          <ac:spMkLst>
            <pc:docMk/>
            <pc:sldMk cId="444811986" sldId="2147481005"/>
            <ac:spMk id="15" creationId="{337FCA03-131B-334B-B682-925E8280F332}"/>
          </ac:spMkLst>
        </pc:spChg>
        <pc:spChg chg="mod">
          <ac:chgData name="Wolter, Max" userId="45e02a19-3f02-431a-8229-1df1e5dd2adf" providerId="ADAL" clId="{3D2CC97F-370A-4D4E-936D-801F808BBB04}" dt="2026-09-09T09:34:37.087" v="2989" actId="1076"/>
          <ac:spMkLst>
            <pc:docMk/>
            <pc:sldMk cId="444811986" sldId="2147481005"/>
            <ac:spMk id="17" creationId="{CF7E1978-2377-07E1-88F6-DD987FBE3558}"/>
          </ac:spMkLst>
        </pc:spChg>
        <pc:spChg chg="mod">
          <ac:chgData name="Wolter, Max" userId="45e02a19-3f02-431a-8229-1df1e5dd2adf" providerId="ADAL" clId="{3D2CC97F-370A-4D4E-936D-801F808BBB04}" dt="2026-09-09T09:34:37.087" v="2989" actId="1076"/>
          <ac:spMkLst>
            <pc:docMk/>
            <pc:sldMk cId="444811986" sldId="2147481005"/>
            <ac:spMk id="18" creationId="{0D18ED3E-F9E8-CD64-2467-E4464EAD122F}"/>
          </ac:spMkLst>
        </pc:spChg>
        <pc:spChg chg="mod">
          <ac:chgData name="Wolter, Max" userId="45e02a19-3f02-431a-8229-1df1e5dd2adf" providerId="ADAL" clId="{3D2CC97F-370A-4D4E-936D-801F808BBB04}" dt="2026-09-09T09:34:19.788" v="2987" actId="1076"/>
          <ac:spMkLst>
            <pc:docMk/>
            <pc:sldMk cId="444811986" sldId="2147481005"/>
            <ac:spMk id="20" creationId="{53C3B59E-8C8D-C5DF-E68D-F262C11B2F82}"/>
          </ac:spMkLst>
        </pc:spChg>
        <pc:spChg chg="mod">
          <ac:chgData name="Wolter, Max" userId="45e02a19-3f02-431a-8229-1df1e5dd2adf" providerId="ADAL" clId="{3D2CC97F-370A-4D4E-936D-801F808BBB04}" dt="2026-09-09T09:36:33.943" v="3026" actId="1076"/>
          <ac:spMkLst>
            <pc:docMk/>
            <pc:sldMk cId="444811986" sldId="2147481005"/>
            <ac:spMk id="21" creationId="{AF87DFF9-9F87-3878-A4C0-C4FCC3D3B1C4}"/>
          </ac:spMkLst>
        </pc:spChg>
        <pc:spChg chg="mod">
          <ac:chgData name="Wolter, Max" userId="45e02a19-3f02-431a-8229-1df1e5dd2adf" providerId="ADAL" clId="{3D2CC97F-370A-4D4E-936D-801F808BBB04}" dt="2026-09-09T09:34:17.887" v="2986" actId="1076"/>
          <ac:spMkLst>
            <pc:docMk/>
            <pc:sldMk cId="444811986" sldId="2147481005"/>
            <ac:spMk id="22" creationId="{95BF70C6-DC8B-E97F-C3FE-BE3CAC93FAAD}"/>
          </ac:spMkLst>
        </pc:spChg>
        <pc:spChg chg="add mod">
          <ac:chgData name="Wolter, Max" userId="45e02a19-3f02-431a-8229-1df1e5dd2adf" providerId="ADAL" clId="{3D2CC97F-370A-4D4E-936D-801F808BBB04}" dt="2026-09-09T09:37:37.595" v="3094" actId="1035"/>
          <ac:spMkLst>
            <pc:docMk/>
            <pc:sldMk cId="444811986" sldId="2147481005"/>
            <ac:spMk id="25" creationId="{3DFA8A26-220B-6457-4F66-F99C6244A270}"/>
          </ac:spMkLst>
        </pc:spChg>
        <pc:spChg chg="mod">
          <ac:chgData name="Wolter, Max" userId="45e02a19-3f02-431a-8229-1df1e5dd2adf" providerId="ADAL" clId="{3D2CC97F-370A-4D4E-936D-801F808BBB04}" dt="2026-09-11T10:40:48.909" v="3257" actId="20577"/>
          <ac:spMkLst>
            <pc:docMk/>
            <pc:sldMk cId="444811986" sldId="2147481005"/>
            <ac:spMk id="26" creationId="{1AD68894-5774-D783-02BA-3E9248951D24}"/>
          </ac:spMkLst>
        </pc:spChg>
        <pc:spChg chg="mod">
          <ac:chgData name="Wolter, Max" userId="45e02a19-3f02-431a-8229-1df1e5dd2adf" providerId="ADAL" clId="{3D2CC97F-370A-4D4E-936D-801F808BBB04}" dt="2026-09-11T10:41:00.290" v="3288" actId="20577"/>
          <ac:spMkLst>
            <pc:docMk/>
            <pc:sldMk cId="444811986" sldId="2147481005"/>
            <ac:spMk id="32" creationId="{6B77ABFD-1D0A-3A79-6E6B-7CA9D26BDA88}"/>
          </ac:spMkLst>
        </pc:spChg>
        <pc:picChg chg="mod">
          <ac:chgData name="Wolter, Max" userId="45e02a19-3f02-431a-8229-1df1e5dd2adf" providerId="ADAL" clId="{3D2CC97F-370A-4D4E-936D-801F808BBB04}" dt="2026-09-09T09:34:37.087" v="2989" actId="1076"/>
          <ac:picMkLst>
            <pc:docMk/>
            <pc:sldMk cId="444811986" sldId="2147481005"/>
            <ac:picMk id="19" creationId="{6CC14C5D-DF46-6A8F-A027-113842ABA4DB}"/>
          </ac:picMkLst>
        </pc:picChg>
        <pc:picChg chg="mod">
          <ac:chgData name="Wolter, Max" userId="45e02a19-3f02-431a-8229-1df1e5dd2adf" providerId="ADAL" clId="{3D2CC97F-370A-4D4E-936D-801F808BBB04}" dt="2026-09-09T09:34:09.397" v="2984" actId="1076"/>
          <ac:picMkLst>
            <pc:docMk/>
            <pc:sldMk cId="444811986" sldId="2147481005"/>
            <ac:picMk id="23" creationId="{DCC8B5D9-1BF2-F14B-7EBC-497781471D24}"/>
          </ac:picMkLst>
        </pc:picChg>
      </pc:sldChg>
      <pc:sldChg chg="del">
        <pc:chgData name="Wolter, Max" userId="45e02a19-3f02-431a-8229-1df1e5dd2adf" providerId="ADAL" clId="{3D2CC97F-370A-4D4E-936D-801F808BBB04}" dt="2026-09-11T10:40:20.517" v="3242" actId="47"/>
        <pc:sldMkLst>
          <pc:docMk/>
          <pc:sldMk cId="4034419381" sldId="2147481006"/>
        </pc:sldMkLst>
      </pc:sldChg>
      <pc:sldChg chg="del">
        <pc:chgData name="Wolter, Max" userId="45e02a19-3f02-431a-8229-1df1e5dd2adf" providerId="ADAL" clId="{3D2CC97F-370A-4D4E-936D-801F808BBB04}" dt="2026-09-11T10:40:21.357" v="3243" actId="47"/>
        <pc:sldMkLst>
          <pc:docMk/>
          <pc:sldMk cId="2456174786" sldId="2147481007"/>
        </pc:sldMkLst>
      </pc:sldChg>
      <pc:sldChg chg="delSp add mod modAnim">
        <pc:chgData name="Wolter, Max" userId="45e02a19-3f02-431a-8229-1df1e5dd2adf" providerId="ADAL" clId="{3D2CC97F-370A-4D4E-936D-801F808BBB04}" dt="2026-09-11T10:52:27.768" v="3393"/>
        <pc:sldMkLst>
          <pc:docMk/>
          <pc:sldMk cId="1910433365" sldId="2147481008"/>
        </pc:sldMkLst>
        <pc:spChg chg="del">
          <ac:chgData name="Wolter, Max" userId="45e02a19-3f02-431a-8229-1df1e5dd2adf" providerId="ADAL" clId="{3D2CC97F-370A-4D4E-936D-801F808BBB04}" dt="2026-09-10T16:23:54.832" v="3219" actId="478"/>
          <ac:spMkLst>
            <pc:docMk/>
            <pc:sldMk cId="1910433365" sldId="2147481008"/>
            <ac:spMk id="16" creationId="{C08381E2-1BE7-0590-C4F8-045ADC25F9F4}"/>
          </ac:spMkLst>
        </pc:spChg>
      </pc:sldChg>
      <pc:sldMasterChg chg="delSldLayout">
        <pc:chgData name="Wolter, Max" userId="45e02a19-3f02-431a-8229-1df1e5dd2adf" providerId="ADAL" clId="{3D2CC97F-370A-4D4E-936D-801F808BBB04}" dt="2026-09-08T14:45:50.119" v="1099" actId="47"/>
        <pc:sldMasterMkLst>
          <pc:docMk/>
          <pc:sldMasterMk cId="3415971960" sldId="2147483648"/>
        </pc:sldMasterMkLst>
      </pc:sldMasterChg>
    </pc:docChg>
  </pc:docChgLst>
  <pc:docChgLst>
    <pc:chgData name="Wolter, Max" userId="S::max.wolter@fes-frankfurt.de::45e02a19-3f02-431a-8229-1df1e5dd2adf" providerId="AD" clId="Web-{00000000-0000-0000-0000-000000000000}"/>
    <pc:docChg chg="modSld">
      <pc:chgData name="Wolter, Max" userId="S::max.wolter@fes-frankfurt.de::45e02a19-3f02-431a-8229-1df1e5dd2adf" providerId="AD" clId="Web-{00000000-0000-0000-0000-000000000000}" dt="2026-09-09T11:35:06.617" v="2" actId="20577"/>
      <pc:docMkLst>
        <pc:docMk/>
      </pc:docMkLst>
      <pc:sldChg chg="modSp">
        <pc:chgData name="Wolter, Max" userId="S::max.wolter@fes-frankfurt.de::45e02a19-3f02-431a-8229-1df1e5dd2adf" providerId="AD" clId="Web-{00000000-0000-0000-0000-000000000000}" dt="2026-09-09T11:35:06.617" v="2" actId="20577"/>
        <pc:sldMkLst>
          <pc:docMk/>
          <pc:sldMk cId="1144633803" sldId="2147480994"/>
        </pc:sldMkLst>
        <pc:spChg chg="mod">
          <ac:chgData name="Wolter, Max" userId="S::max.wolter@fes-frankfurt.de::45e02a19-3f02-431a-8229-1df1e5dd2adf" providerId="AD" clId="Web-{00000000-0000-0000-0000-000000000000}" dt="2026-09-09T11:35:06.617" v="2" actId="20577"/>
          <ac:spMkLst>
            <pc:docMk/>
            <pc:sldMk cId="1144633803" sldId="2147480994"/>
            <ac:spMk id="94" creationId="{3B1EE267-632E-285B-3BFF-E7FEDDB385A6}"/>
          </ac:spMkLst>
        </pc:spChg>
      </pc:sldChg>
    </pc:docChg>
  </pc:docChgLst>
  <pc:docChgLst>
    <pc:chgData name="Nagelschmidt, Tobias" userId="S::tobias.nagelschmidt@fes-frankfurt.de::e4f6e54f-c2cb-4fee-b315-21a25dc34865" providerId="AD" clId="Web-{DD850422-9AD3-F0D0-F821-77BE7A8F2C1F}"/>
    <pc:docChg chg="mod">
      <pc:chgData name="Nagelschmidt, Tobias" userId="S::tobias.nagelschmidt@fes-frankfurt.de::e4f6e54f-c2cb-4fee-b315-21a25dc34865" providerId="AD" clId="Web-{DD850422-9AD3-F0D0-F821-77BE7A8F2C1F}" dt="2026-09-09T05:56:02.258" v="0"/>
      <pc:docMkLst>
        <pc:docMk/>
      </pc:docMkLst>
    </pc:docChg>
  </pc:docChgLst>
  <pc:docChgLst>
    <pc:chgData name="Lenhardt, Moritz" userId="fef5475c-92b5-477f-9c87-3e0875a835fb" providerId="ADAL" clId="{E4FB91A2-72BD-4C49-A2D5-B2442FB517E4}"/>
    <pc:docChg chg="custSel addSld modSld">
      <pc:chgData name="Lenhardt, Moritz" userId="fef5475c-92b5-477f-9c87-3e0875a835fb" providerId="ADAL" clId="{E4FB91A2-72BD-4C49-A2D5-B2442FB517E4}" dt="2026-09-10T15:19:09.449" v="181" actId="729"/>
      <pc:docMkLst>
        <pc:docMk/>
      </pc:docMkLst>
      <pc:sldChg chg="delSp mod modShow">
        <pc:chgData name="Lenhardt, Moritz" userId="fef5475c-92b5-477f-9c87-3e0875a835fb" providerId="ADAL" clId="{E4FB91A2-72BD-4C49-A2D5-B2442FB517E4}" dt="2026-09-10T15:19:09.449" v="181" actId="729"/>
        <pc:sldMkLst>
          <pc:docMk/>
          <pc:sldMk cId="1704120333" sldId="2147480991"/>
        </pc:sldMkLst>
        <pc:picChg chg="del">
          <ac:chgData name="Lenhardt, Moritz" userId="fef5475c-92b5-477f-9c87-3e0875a835fb" providerId="ADAL" clId="{E4FB91A2-72BD-4C49-A2D5-B2442FB517E4}" dt="2026-09-10T15:03:14.552" v="71" actId="478"/>
          <ac:picMkLst>
            <pc:docMk/>
            <pc:sldMk cId="1704120333" sldId="2147480991"/>
            <ac:picMk id="4" creationId="{0C270E56-F16C-CF02-954F-F415C0A7A1C3}"/>
          </ac:picMkLst>
        </pc:picChg>
      </pc:sldChg>
      <pc:sldChg chg="addSp modSp mod">
        <pc:chgData name="Lenhardt, Moritz" userId="fef5475c-92b5-477f-9c87-3e0875a835fb" providerId="ADAL" clId="{E4FB91A2-72BD-4C49-A2D5-B2442FB517E4}" dt="2026-09-09T08:45:10.009" v="70" actId="20577"/>
        <pc:sldMkLst>
          <pc:docMk/>
          <pc:sldMk cId="2241594217" sldId="2147480998"/>
        </pc:sldMkLst>
      </pc:sldChg>
      <pc:sldChg chg="delSp modSp add mod">
        <pc:chgData name="Lenhardt, Moritz" userId="fef5475c-92b5-477f-9c87-3e0875a835fb" providerId="ADAL" clId="{E4FB91A2-72BD-4C49-A2D5-B2442FB517E4}" dt="2026-09-10T15:06:49.201" v="113" actId="1076"/>
        <pc:sldMkLst>
          <pc:docMk/>
          <pc:sldMk cId="4034419381" sldId="2147481006"/>
        </pc:sldMkLst>
        <pc:spChg chg="mod">
          <ac:chgData name="Lenhardt, Moritz" userId="fef5475c-92b5-477f-9c87-3e0875a835fb" providerId="ADAL" clId="{E4FB91A2-72BD-4C49-A2D5-B2442FB517E4}" dt="2026-09-10T15:04:43.891" v="80" actId="255"/>
          <ac:spMkLst>
            <pc:docMk/>
            <pc:sldMk cId="4034419381" sldId="2147481006"/>
            <ac:spMk id="6" creationId="{E9BB3B09-539F-EB71-1194-16970937A4C9}"/>
          </ac:spMkLst>
        </pc:spChg>
        <pc:spChg chg="mod">
          <ac:chgData name="Lenhardt, Moritz" userId="fef5475c-92b5-477f-9c87-3e0875a835fb" providerId="ADAL" clId="{E4FB91A2-72BD-4C49-A2D5-B2442FB517E4}" dt="2026-09-10T15:05:06.848" v="112" actId="1038"/>
          <ac:spMkLst>
            <pc:docMk/>
            <pc:sldMk cId="4034419381" sldId="2147481006"/>
            <ac:spMk id="9" creationId="{86C173FC-6226-1C88-EEDE-837BDC526D0C}"/>
          </ac:spMkLst>
        </pc:spChg>
        <pc:spChg chg="mod">
          <ac:chgData name="Lenhardt, Moritz" userId="fef5475c-92b5-477f-9c87-3e0875a835fb" providerId="ADAL" clId="{E4FB91A2-72BD-4C49-A2D5-B2442FB517E4}" dt="2026-09-10T15:06:49.201" v="113" actId="1076"/>
          <ac:spMkLst>
            <pc:docMk/>
            <pc:sldMk cId="4034419381" sldId="2147481006"/>
            <ac:spMk id="43" creationId="{8FFA3CEC-1B94-100F-ECE4-6C99B4E1C51F}"/>
          </ac:spMkLst>
        </pc:spChg>
        <pc:picChg chg="del">
          <ac:chgData name="Lenhardt, Moritz" userId="fef5475c-92b5-477f-9c87-3e0875a835fb" providerId="ADAL" clId="{E4FB91A2-72BD-4C49-A2D5-B2442FB517E4}" dt="2026-09-10T15:04:17.184" v="75" actId="478"/>
          <ac:picMkLst>
            <pc:docMk/>
            <pc:sldMk cId="4034419381" sldId="2147481006"/>
            <ac:picMk id="10" creationId="{E2D62F7E-88CA-9E89-48BF-22A55613D73C}"/>
          </ac:picMkLst>
        </pc:picChg>
        <pc:picChg chg="mod">
          <ac:chgData name="Lenhardt, Moritz" userId="fef5475c-92b5-477f-9c87-3e0875a835fb" providerId="ADAL" clId="{E4FB91A2-72BD-4C49-A2D5-B2442FB517E4}" dt="2026-09-10T15:05:06.848" v="112" actId="1038"/>
          <ac:picMkLst>
            <pc:docMk/>
            <pc:sldMk cId="4034419381" sldId="2147481006"/>
            <ac:picMk id="13" creationId="{BEA2D1B2-B7BB-E3C1-E088-1CC20A3633B4}"/>
          </ac:picMkLst>
        </pc:picChg>
        <pc:picChg chg="mod">
          <ac:chgData name="Lenhardt, Moritz" userId="fef5475c-92b5-477f-9c87-3e0875a835fb" providerId="ADAL" clId="{E4FB91A2-72BD-4C49-A2D5-B2442FB517E4}" dt="2026-09-10T15:05:06.848" v="112" actId="1038"/>
          <ac:picMkLst>
            <pc:docMk/>
            <pc:sldMk cId="4034419381" sldId="2147481006"/>
            <ac:picMk id="14" creationId="{3C1E9A75-962A-7993-46FB-4B9171BE405C}"/>
          </ac:picMkLst>
        </pc:picChg>
        <pc:picChg chg="del">
          <ac:chgData name="Lenhardt, Moritz" userId="fef5475c-92b5-477f-9c87-3e0875a835fb" providerId="ADAL" clId="{E4FB91A2-72BD-4C49-A2D5-B2442FB517E4}" dt="2026-09-10T15:04:15.553" v="73" actId="478"/>
          <ac:picMkLst>
            <pc:docMk/>
            <pc:sldMk cId="4034419381" sldId="2147481006"/>
            <ac:picMk id="15" creationId="{8B013795-EFA7-6030-7AB8-208F32A880A7}"/>
          </ac:picMkLst>
        </pc:picChg>
        <pc:picChg chg="del">
          <ac:chgData name="Lenhardt, Moritz" userId="fef5475c-92b5-477f-9c87-3e0875a835fb" providerId="ADAL" clId="{E4FB91A2-72BD-4C49-A2D5-B2442FB517E4}" dt="2026-09-10T15:04:18.720" v="77" actId="478"/>
          <ac:picMkLst>
            <pc:docMk/>
            <pc:sldMk cId="4034419381" sldId="2147481006"/>
            <ac:picMk id="17" creationId="{8E8E7891-B21B-6A3B-F1A3-328BA0C543D2}"/>
          </ac:picMkLst>
        </pc:picChg>
        <pc:picChg chg="del">
          <ac:chgData name="Lenhardt, Moritz" userId="fef5475c-92b5-477f-9c87-3e0875a835fb" providerId="ADAL" clId="{E4FB91A2-72BD-4C49-A2D5-B2442FB517E4}" dt="2026-09-10T15:04:16.352" v="74" actId="478"/>
          <ac:picMkLst>
            <pc:docMk/>
            <pc:sldMk cId="4034419381" sldId="2147481006"/>
            <ac:picMk id="19" creationId="{5A585CFB-1581-C0D2-AD56-F6EE60393CA0}"/>
          </ac:picMkLst>
        </pc:picChg>
        <pc:picChg chg="del">
          <ac:chgData name="Lenhardt, Moritz" userId="fef5475c-92b5-477f-9c87-3e0875a835fb" providerId="ADAL" clId="{E4FB91A2-72BD-4C49-A2D5-B2442FB517E4}" dt="2026-09-10T15:04:17.811" v="76" actId="478"/>
          <ac:picMkLst>
            <pc:docMk/>
            <pc:sldMk cId="4034419381" sldId="2147481006"/>
            <ac:picMk id="21" creationId="{C0B629D1-DF3A-E2FC-2BEB-423D050E6B99}"/>
          </ac:picMkLst>
        </pc:picChg>
        <pc:picChg chg="mod">
          <ac:chgData name="Lenhardt, Moritz" userId="fef5475c-92b5-477f-9c87-3e0875a835fb" providerId="ADAL" clId="{E4FB91A2-72BD-4C49-A2D5-B2442FB517E4}" dt="2026-09-10T15:06:49.201" v="113" actId="1076"/>
          <ac:picMkLst>
            <pc:docMk/>
            <pc:sldMk cId="4034419381" sldId="2147481006"/>
            <ac:picMk id="28" creationId="{3D59A0DA-42E4-4924-B457-E259DD7A1467}"/>
          </ac:picMkLst>
        </pc:picChg>
        <pc:picChg chg="mod">
          <ac:chgData name="Lenhardt, Moritz" userId="fef5475c-92b5-477f-9c87-3e0875a835fb" providerId="ADAL" clId="{E4FB91A2-72BD-4C49-A2D5-B2442FB517E4}" dt="2026-09-10T15:06:49.201" v="113" actId="1076"/>
          <ac:picMkLst>
            <pc:docMk/>
            <pc:sldMk cId="4034419381" sldId="2147481006"/>
            <ac:picMk id="46" creationId="{10080E39-5985-0A05-3C7E-4B9E547F25DA}"/>
          </ac:picMkLst>
        </pc:picChg>
      </pc:sldChg>
      <pc:sldChg chg="modSp add mod modTransition">
        <pc:chgData name="Lenhardt, Moritz" userId="fef5475c-92b5-477f-9c87-3e0875a835fb" providerId="ADAL" clId="{E4FB91A2-72BD-4C49-A2D5-B2442FB517E4}" dt="2026-09-10T15:12:28.928" v="180" actId="1035"/>
        <pc:sldMkLst>
          <pc:docMk/>
          <pc:sldMk cId="2456174786" sldId="2147481007"/>
        </pc:sldMkLst>
        <pc:spChg chg="mod">
          <ac:chgData name="Lenhardt, Moritz" userId="fef5475c-92b5-477f-9c87-3e0875a835fb" providerId="ADAL" clId="{E4FB91A2-72BD-4C49-A2D5-B2442FB517E4}" dt="2026-09-10T15:12:17.283" v="166" actId="14100"/>
          <ac:spMkLst>
            <pc:docMk/>
            <pc:sldMk cId="2456174786" sldId="2147481007"/>
            <ac:spMk id="41" creationId="{9B0408C0-EC6D-B420-617D-B22F259C60B8}"/>
          </ac:spMkLst>
        </pc:spChg>
        <pc:picChg chg="mod">
          <ac:chgData name="Lenhardt, Moritz" userId="fef5475c-92b5-477f-9c87-3e0875a835fb" providerId="ADAL" clId="{E4FB91A2-72BD-4C49-A2D5-B2442FB517E4}" dt="2026-09-10T15:12:17.283" v="166" actId="14100"/>
          <ac:picMkLst>
            <pc:docMk/>
            <pc:sldMk cId="2456174786" sldId="2147481007"/>
            <ac:picMk id="27" creationId="{4EB3BFF6-F6A5-5BE1-D6AD-0C266C44A646}"/>
          </ac:picMkLst>
        </pc:picChg>
        <pc:picChg chg="mod">
          <ac:chgData name="Lenhardt, Moritz" userId="fef5475c-92b5-477f-9c87-3e0875a835fb" providerId="ADAL" clId="{E4FB91A2-72BD-4C49-A2D5-B2442FB517E4}" dt="2026-09-10T15:12:28.928" v="180" actId="1035"/>
          <ac:picMkLst>
            <pc:docMk/>
            <pc:sldMk cId="2456174786" sldId="2147481007"/>
            <ac:picMk id="48" creationId="{503685EA-42B7-1B14-4722-F6F8F03E2E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F7290F4-9857-4B1C-AD2C-4F0ABA2182F2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1384285-05DC-437B-B3EF-FBA89F184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61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4729-4BE5-967B-ABD0-E40EAA67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23F769-ED2C-E772-E573-7BA49A28A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E09806-F5BA-0FC0-B640-9B114B261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4C36E6-99C5-0D9F-D24F-5C113D3449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897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84285-05DC-437B-B3EF-FBA89F18456E}" type="slidenum">
              <a:rPr kumimoji="0" lang="de-DE" sz="1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08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AB8F-A598-FC44-9A79-B9790DC4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310D95-DC33-A256-2709-B881EADA1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5FABBC-36B8-2F74-A826-2C3EBD432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12421D-FA17-3FD0-86D2-3A6525C61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76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F7B4-158F-02E0-7994-0FE65386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3B3AA08-4534-36BC-776D-D9043AE65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00B211-7249-A03E-76AC-ED7A4120E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B6C5AA-70F2-6CCB-4E3B-1F1B14AF1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229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54DDE-C980-35C7-DE15-B8442C39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477A4CB-8D6E-F02E-307E-507D3B943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47FA30-C17E-7EE3-5C4D-10B3B2D75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4C959F-9115-7E0B-95C9-1C3D3CB32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78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4EEE-4EC9-6E5B-4E35-01DCF53D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EC8D57-C2CB-4E70-FA3A-ED8C35A0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AC754B-B9DB-7887-C623-38FED638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B686B2-9E6A-6AE7-A406-F5630FAA0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75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6092-C155-D7E8-DC20-99C9DC49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FFEB1D-18B3-297D-8B7C-D52DD1F52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F4F058-8DA6-2A50-EFDF-BF0754586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CB230D-938A-72EF-134E-642BA6138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757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5A73-FE87-F1AA-6B74-F1222FA2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BBC5C1-528E-EEB7-6DD9-EE039DE35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A7CB95-C812-99A7-C0D9-BBADEA904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14BD39-D8D7-D544-DF7C-313533D7F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088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649F-351E-D64E-ABB2-C459F7B8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96775B-C306-F52D-2A21-5D437278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B2588A-A1C0-AA63-04AB-1BC20817C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34D7FD-BA8D-3DD1-4050-E271B64A7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616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6A15-6DCF-E5A2-E891-03AB56B5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5B10D79-0EEC-2CBC-BA67-5E16740DC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949B8B-3318-40C6-B5E5-6B674DE1F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A320C5-2014-8CEC-5377-6DF7843E4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951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C43D-45F7-3689-B625-28055511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68F08B-9F90-E29D-A281-5E3BD88FB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ACA717-AF79-2317-934A-70652E2CA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F2B943-304F-E039-7F43-724DC22C5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8310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6737-C324-DE1A-2F5E-F84EB8C8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257EFD-9F82-FEB9-1C23-C399BB4DD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A933FC-3D11-CC22-A173-B2D099218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DB3305-1E0B-9717-CCC4-39846C4DB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84285-05DC-437B-B3EF-FBA89F18456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50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iktok.com/@fesfrankfurt" TargetMode="External"/><Relationship Id="rId3" Type="http://schemas.openxmlformats.org/officeDocument/2006/relationships/image" Target="../media/image22.png"/><Relationship Id="rId7" Type="http://schemas.openxmlformats.org/officeDocument/2006/relationships/hyperlink" Target="http://www.twitter.com/FESfrankfurt" TargetMode="External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instagram.com/fesfrankfurt" TargetMode="External"/><Relationship Id="rId5" Type="http://schemas.openxmlformats.org/officeDocument/2006/relationships/hyperlink" Target="http://www.facebook.com/FESfrankfurt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2.png"/><Relationship Id="rId9" Type="http://schemas.openxmlformats.org/officeDocument/2006/relationships/image" Target="../media/image23.sv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6">
            <a:extLst>
              <a:ext uri="{FF2B5EF4-FFF2-40B4-BE49-F238E27FC236}">
                <a16:creationId xmlns:a16="http://schemas.microsoft.com/office/drawing/2014/main" id="{F550ED73-B438-25FC-BE7B-875302EE04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647700" y="645318"/>
            <a:ext cx="3924000" cy="3852863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7700" y="2297150"/>
            <a:ext cx="3924300" cy="1535075"/>
          </a:xfrm>
          <a:noFill/>
          <a:ln>
            <a:noFill/>
          </a:ln>
        </p:spPr>
        <p:txBody>
          <a:bodyPr tIns="252000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7700" y="629999"/>
            <a:ext cx="3924300" cy="798207"/>
          </a:xfrm>
          <a:noFill/>
          <a:ln>
            <a:noFill/>
          </a:ln>
        </p:spPr>
        <p:txBody>
          <a:bodyPr tIns="432000" anchor="t" anchorCtr="0"/>
          <a:lstStyle>
            <a:lvl1pPr algn="l">
              <a:defRPr sz="2600" b="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2516777" y="3979817"/>
            <a:ext cx="245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spc="10" baseline="0">
                <a:solidFill>
                  <a:schemeClr val="bg1"/>
                </a:solidFill>
              </a:rPr>
              <a:t>Die Rhein-Main-Macher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647700" y="3977416"/>
            <a:ext cx="1790700" cy="279400"/>
          </a:xfrm>
        </p:spPr>
        <p:txBody>
          <a:bodyPr anchor="ctr" anchorCtr="0"/>
          <a:lstStyle>
            <a:lvl1pPr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7812088" y="0"/>
            <a:ext cx="1331912" cy="1276350"/>
            <a:chOff x="7164388" y="0"/>
            <a:chExt cx="1979612" cy="192405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714BEC3D-1CB9-9741-8C4F-BAC900E4FCC4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222F39C-55AC-4F4A-97E3-92F9D82D97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13" name="Rechteck 12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45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9119A48E-9FB2-46D3-9D43-74CF27BD560B}"/>
              </a:ext>
            </a:extLst>
          </p:cNvPr>
          <p:cNvSpPr/>
          <p:nvPr userDrawn="1"/>
        </p:nvSpPr>
        <p:spPr>
          <a:xfrm>
            <a:off x="0" y="0"/>
            <a:ext cx="9133200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5CD82C9-8CBB-49E8-A16B-803FEBC81E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6" y="763506"/>
            <a:ext cx="9141684" cy="40455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F481F6E-3DEA-4A37-AB91-ED0DBC0534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326" y="77777"/>
            <a:ext cx="490054" cy="48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 und Inhal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9119A48E-9FB2-46D3-9D43-74CF27BD560B}"/>
              </a:ext>
            </a:extLst>
          </p:cNvPr>
          <p:cNvSpPr/>
          <p:nvPr userDrawn="1"/>
        </p:nvSpPr>
        <p:spPr>
          <a:xfrm>
            <a:off x="0" y="0"/>
            <a:ext cx="9133200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F481F6E-3DEA-4A37-AB91-ED0DBC053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326" y="77777"/>
            <a:ext cx="490054" cy="4831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4E1FF7A-64AA-474D-A442-D1FF7CEA9A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6" y="548980"/>
            <a:ext cx="9141684" cy="40455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9805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 und Inhal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9119A48E-9FB2-46D3-9D43-74CF27BD560B}"/>
              </a:ext>
            </a:extLst>
          </p:cNvPr>
          <p:cNvSpPr/>
          <p:nvPr userDrawn="1"/>
        </p:nvSpPr>
        <p:spPr>
          <a:xfrm>
            <a:off x="0" y="0"/>
            <a:ext cx="9133200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F481F6E-3DEA-4A37-AB91-ED0DBC053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326" y="77777"/>
            <a:ext cx="490054" cy="4831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993BB83-9031-48A7-8796-5B62F407D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59" r="43800" b="16147"/>
          <a:stretch/>
        </p:blipFill>
        <p:spPr>
          <a:xfrm>
            <a:off x="469477" y="0"/>
            <a:ext cx="86637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5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 und Inhal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9119A48E-9FB2-46D3-9D43-74CF27BD560B}"/>
              </a:ext>
            </a:extLst>
          </p:cNvPr>
          <p:cNvSpPr/>
          <p:nvPr userDrawn="1"/>
        </p:nvSpPr>
        <p:spPr>
          <a:xfrm>
            <a:off x="0" y="0"/>
            <a:ext cx="9133200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F481F6E-3DEA-4A37-AB91-ED0DBC053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326" y="77777"/>
            <a:ext cx="490054" cy="4831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78CF3B9-68CB-440E-B245-BF666597B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" b="21914"/>
          <a:stretch/>
        </p:blipFill>
        <p:spPr>
          <a:xfrm>
            <a:off x="10800" y="328734"/>
            <a:ext cx="8759128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86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 und Inhal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9119A48E-9FB2-46D3-9D43-74CF27BD560B}"/>
              </a:ext>
            </a:extLst>
          </p:cNvPr>
          <p:cNvSpPr/>
          <p:nvPr userDrawn="1"/>
        </p:nvSpPr>
        <p:spPr>
          <a:xfrm>
            <a:off x="0" y="0"/>
            <a:ext cx="9133200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F481F6E-3DEA-4A37-AB91-ED0DBC053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326" y="77777"/>
            <a:ext cx="490054" cy="4831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A578347-2AB8-436A-A0C6-4DB512535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/>
          <a:stretch/>
        </p:blipFill>
        <p:spPr>
          <a:xfrm>
            <a:off x="0" y="577506"/>
            <a:ext cx="9144000" cy="42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3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6405" y="647352"/>
            <a:ext cx="3924300" cy="98985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854926"/>
            <a:ext cx="3915595" cy="2624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5867400" y="627063"/>
            <a:ext cx="1944688" cy="1296987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5219700" y="1924050"/>
            <a:ext cx="3276600" cy="1908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580705" y="3832225"/>
            <a:ext cx="1935983" cy="9715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25004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397" y="0"/>
            <a:ext cx="8508603" cy="193140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9" y="1532709"/>
            <a:ext cx="3195350" cy="66185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2571749"/>
            <a:ext cx="2827024" cy="2232025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6242400" y="2159100"/>
            <a:ext cx="2901600" cy="298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3675827" y="2571749"/>
            <a:ext cx="2566573" cy="2232025"/>
          </a:xfrm>
        </p:spPr>
        <p:txBody>
          <a:bodyPr lIns="90000" r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3" name="Gruppieren 12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7" name="Rechteck 16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4C1B4D0-D3D1-2D87-48AE-D6ADC01D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B097FC8-3B43-DD8B-2C02-394EDF33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20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434" y="3214345"/>
            <a:ext cx="8499566" cy="192915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6905660" cy="98985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5200" y="1206679"/>
            <a:ext cx="3593369" cy="11881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6"/>
          </p:nvPr>
        </p:nvSpPr>
        <p:spPr>
          <a:xfrm>
            <a:off x="4366021" y="1206679"/>
            <a:ext cx="3446067" cy="1188178"/>
          </a:xfrm>
        </p:spPr>
        <p:txBody>
          <a:bodyPr lIns="90000"/>
          <a:lstStyle>
            <a:lvl1pPr>
              <a:defRPr sz="1000"/>
            </a:lvl1pPr>
            <a:lvl2pPr>
              <a:spcBef>
                <a:spcPts val="200"/>
              </a:spcBef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50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18"/>
          </p:nvPr>
        </p:nvSpPr>
        <p:spPr>
          <a:xfrm>
            <a:off x="2324023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7"/>
          <p:cNvSpPr>
            <a:spLocks noGrp="1"/>
          </p:cNvSpPr>
          <p:nvPr>
            <p:ph type="pic" sz="quarter" idx="19"/>
          </p:nvPr>
        </p:nvSpPr>
        <p:spPr>
          <a:xfrm>
            <a:off x="3676496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7"/>
          <p:cNvSpPr>
            <a:spLocks noGrp="1"/>
          </p:cNvSpPr>
          <p:nvPr>
            <p:ph type="pic" sz="quarter" idx="20"/>
          </p:nvPr>
        </p:nvSpPr>
        <p:spPr>
          <a:xfrm>
            <a:off x="5028969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7"/>
          <p:cNvSpPr>
            <a:spLocks noGrp="1"/>
          </p:cNvSpPr>
          <p:nvPr>
            <p:ph type="pic" sz="quarter" idx="21"/>
          </p:nvPr>
        </p:nvSpPr>
        <p:spPr>
          <a:xfrm>
            <a:off x="6381442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733914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50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/>
          </p:nvPr>
        </p:nvSpPr>
        <p:spPr>
          <a:xfrm>
            <a:off x="2324023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/>
          </p:nvPr>
        </p:nvSpPr>
        <p:spPr>
          <a:xfrm>
            <a:off x="3676496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/>
          </p:nvPr>
        </p:nvSpPr>
        <p:spPr>
          <a:xfrm>
            <a:off x="5028969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/>
          <p:cNvSpPr>
            <a:spLocks noGrp="1"/>
          </p:cNvSpPr>
          <p:nvPr>
            <p:ph type="body" sz="quarter" idx="27"/>
          </p:nvPr>
        </p:nvSpPr>
        <p:spPr>
          <a:xfrm>
            <a:off x="6381442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9"/>
          <p:cNvSpPr>
            <a:spLocks noGrp="1"/>
          </p:cNvSpPr>
          <p:nvPr>
            <p:ph type="body" sz="quarter" idx="28"/>
          </p:nvPr>
        </p:nvSpPr>
        <p:spPr>
          <a:xfrm>
            <a:off x="7733914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8C673DE2-CC50-E85F-DBFB-5FDCECCC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362BC702-F1D9-38F3-F075-3C7B0763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66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8" y="352169"/>
            <a:ext cx="6545190" cy="661852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4038599"/>
            <a:ext cx="5605850" cy="765175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971549" y="1276349"/>
            <a:ext cx="5207577" cy="25558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166FFCF-4B09-7FB5-3486-0DDB20CF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D1499AA-35F7-AE4E-00E7-40CB1C71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2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12"/>
            <a:ext cx="2612567" cy="5144389"/>
          </a:xfrm>
          <a:prstGeom prst="rect">
            <a:avLst/>
          </a:prstGeom>
        </p:spPr>
      </p:pic>
      <p:sp>
        <p:nvSpPr>
          <p:cNvPr id="17" name="object 4"/>
          <p:cNvSpPr/>
          <p:nvPr userDrawn="1"/>
        </p:nvSpPr>
        <p:spPr>
          <a:xfrm>
            <a:off x="6516688" y="-1"/>
            <a:ext cx="2625812" cy="5146208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3924300" y="1628519"/>
            <a:ext cx="4755600" cy="3362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8" y="352169"/>
            <a:ext cx="4600501" cy="661852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924050"/>
            <a:ext cx="3267895" cy="2879725"/>
          </a:xfrm>
        </p:spPr>
        <p:txBody>
          <a:bodyPr r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19198" y="1022869"/>
            <a:ext cx="4600502" cy="369937"/>
          </a:xfrm>
          <a:ln>
            <a:noFill/>
          </a:ln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122A27-2AD4-DBE5-018C-3740F559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0969F3B-73C8-26B3-B7C0-A943E829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979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5"/>
          <p:cNvSpPr/>
          <p:nvPr userDrawn="1"/>
        </p:nvSpPr>
        <p:spPr>
          <a:xfrm>
            <a:off x="653148" y="2573020"/>
            <a:ext cx="8491220" cy="2570480"/>
          </a:xfrm>
          <a:custGeom>
            <a:avLst/>
            <a:gdLst/>
            <a:ahLst/>
            <a:cxnLst/>
            <a:rect l="l" t="t" r="r" b="b"/>
            <a:pathLst>
              <a:path w="8491220" h="2570479">
                <a:moveTo>
                  <a:pt x="0" y="2570391"/>
                </a:moveTo>
                <a:lnTo>
                  <a:pt x="8490851" y="2570391"/>
                </a:lnTo>
                <a:lnTo>
                  <a:pt x="8490851" y="0"/>
                </a:lnTo>
                <a:lnTo>
                  <a:pt x="0" y="0"/>
                </a:lnTo>
                <a:lnTo>
                  <a:pt x="0" y="2570391"/>
                </a:lnTo>
                <a:close/>
              </a:path>
            </a:pathLst>
          </a:custGeom>
          <a:solidFill>
            <a:srgbClr val="A2BBE1">
              <a:alpha val="83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642216" cy="949234"/>
          </a:xfrm>
        </p:spPr>
        <p:txBody>
          <a:bodyPr rIns="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48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393577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48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577055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4182562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5788069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5"/>
          </p:nvPr>
        </p:nvSpPr>
        <p:spPr>
          <a:xfrm>
            <a:off x="655200" y="1036041"/>
            <a:ext cx="5642216" cy="258368"/>
          </a:xfrm>
        </p:spPr>
        <p:txBody>
          <a:bodyPr/>
          <a:lstStyle>
            <a:lvl1pPr>
              <a:defRPr sz="1600" b="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9"/>
          <p:cNvSpPr>
            <a:spLocks noGrp="1"/>
          </p:cNvSpPr>
          <p:nvPr>
            <p:ph type="body" sz="quarter" idx="36"/>
          </p:nvPr>
        </p:nvSpPr>
        <p:spPr>
          <a:xfrm>
            <a:off x="2577055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9"/>
          <p:cNvSpPr>
            <a:spLocks noGrp="1"/>
          </p:cNvSpPr>
          <p:nvPr>
            <p:ph type="body" sz="quarter" idx="37"/>
          </p:nvPr>
        </p:nvSpPr>
        <p:spPr>
          <a:xfrm>
            <a:off x="4182562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9"/>
          <p:cNvSpPr>
            <a:spLocks noGrp="1"/>
          </p:cNvSpPr>
          <p:nvPr>
            <p:ph type="body" sz="quarter" idx="39"/>
          </p:nvPr>
        </p:nvSpPr>
        <p:spPr>
          <a:xfrm>
            <a:off x="5788069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platzhalter 19"/>
          <p:cNvSpPr>
            <a:spLocks noGrp="1"/>
          </p:cNvSpPr>
          <p:nvPr>
            <p:ph type="body" sz="quarter" idx="40"/>
          </p:nvPr>
        </p:nvSpPr>
        <p:spPr>
          <a:xfrm>
            <a:off x="7393577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A7431E2F-3368-7B88-9724-03198CC8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3EDC1D7-3C6E-9E0C-C4BF-B7EEE8B3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729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4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0100" y="2572207"/>
            <a:ext cx="8492400" cy="2574000"/>
          </a:xfrm>
          <a:prstGeom prst="rect">
            <a:avLst/>
          </a:prstGeom>
        </p:spPr>
      </p:pic>
      <p:sp>
        <p:nvSpPr>
          <p:cNvPr id="36" name="object 4"/>
          <p:cNvSpPr/>
          <p:nvPr userDrawn="1"/>
        </p:nvSpPr>
        <p:spPr>
          <a:xfrm>
            <a:off x="650100" y="2572207"/>
            <a:ext cx="8492400" cy="2574000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861488" cy="1276350"/>
          </a:xfrm>
        </p:spPr>
        <p:txBody>
          <a:bodyPr rIns="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48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628884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48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4" name="Textplatzhalter 19"/>
          <p:cNvSpPr>
            <a:spLocks noGrp="1"/>
          </p:cNvSpPr>
          <p:nvPr>
            <p:ph type="body" sz="quarter" idx="27"/>
          </p:nvPr>
        </p:nvSpPr>
        <p:spPr>
          <a:xfrm>
            <a:off x="6297416" y="3424499"/>
            <a:ext cx="1188000" cy="1378800"/>
          </a:xfrm>
          <a:noFill/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303015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3634482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4965949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7"/>
          <p:cNvSpPr>
            <a:spLocks noGrp="1"/>
          </p:cNvSpPr>
          <p:nvPr>
            <p:ph type="pic" sz="quarter" idx="34"/>
          </p:nvPr>
        </p:nvSpPr>
        <p:spPr>
          <a:xfrm>
            <a:off x="6297416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19"/>
          <p:cNvSpPr>
            <a:spLocks noGrp="1"/>
          </p:cNvSpPr>
          <p:nvPr>
            <p:ph type="body" sz="quarter" idx="36"/>
          </p:nvPr>
        </p:nvSpPr>
        <p:spPr>
          <a:xfrm>
            <a:off x="2303015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7" name="Textplatzhalter 19"/>
          <p:cNvSpPr>
            <a:spLocks noGrp="1"/>
          </p:cNvSpPr>
          <p:nvPr>
            <p:ph type="body" sz="quarter" idx="37"/>
          </p:nvPr>
        </p:nvSpPr>
        <p:spPr>
          <a:xfrm>
            <a:off x="3634482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8" name="Textplatzhalter 19"/>
          <p:cNvSpPr>
            <a:spLocks noGrp="1"/>
          </p:cNvSpPr>
          <p:nvPr>
            <p:ph type="body" sz="quarter" idx="38"/>
          </p:nvPr>
        </p:nvSpPr>
        <p:spPr>
          <a:xfrm>
            <a:off x="4965949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9" name="Textplatzhalter 19"/>
          <p:cNvSpPr>
            <a:spLocks noGrp="1"/>
          </p:cNvSpPr>
          <p:nvPr>
            <p:ph type="body" sz="quarter" idx="39"/>
          </p:nvPr>
        </p:nvSpPr>
        <p:spPr>
          <a:xfrm>
            <a:off x="6297416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0" name="Textplatzhalter 19"/>
          <p:cNvSpPr>
            <a:spLocks noGrp="1"/>
          </p:cNvSpPr>
          <p:nvPr>
            <p:ph type="body" sz="quarter" idx="40"/>
          </p:nvPr>
        </p:nvSpPr>
        <p:spPr>
          <a:xfrm>
            <a:off x="7628884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1350102"/>
            <a:ext cx="5868988" cy="573948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822F1341-73F3-CCE9-56D2-E32E4F53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777AAB0-ADA6-F7C9-34B0-3DDACC18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74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-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4"/>
          <p:cNvSpPr/>
          <p:nvPr userDrawn="1"/>
        </p:nvSpPr>
        <p:spPr>
          <a:xfrm>
            <a:off x="655200" y="2572207"/>
            <a:ext cx="8487299" cy="2574000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3710821" cy="1276350"/>
          </a:xfrm>
        </p:spPr>
        <p:txBody>
          <a:bodyPr rIns="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6"/>
          </p:nvPr>
        </p:nvSpPr>
        <p:spPr>
          <a:xfrm>
            <a:off x="3924301" y="630000"/>
            <a:ext cx="3240087" cy="658336"/>
          </a:xfrm>
        </p:spPr>
        <p:txBody>
          <a:bodyPr lIns="90000" rIns="0"/>
          <a:lstStyle>
            <a:lvl1pPr>
              <a:defRPr sz="1000"/>
            </a:lvl1pPr>
            <a:lvl2pPr>
              <a:spcBef>
                <a:spcPts val="200"/>
              </a:spcBef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56606" y="1419750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56606" y="2583736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79F88525-67A0-E9A8-54DD-BDDA7A5E618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288073" y="141929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D78E9053-3F84-B147-AFC2-7544CC18A45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288073" y="2583279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6" name="Bildplatzhalter 7">
            <a:extLst>
              <a:ext uri="{FF2B5EF4-FFF2-40B4-BE49-F238E27FC236}">
                <a16:creationId xmlns:a16="http://schemas.microsoft.com/office/drawing/2014/main" id="{F4A18045-DA12-8B3A-AF6F-49EC4F119E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672382" y="1408221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AFFA6C0B-4AF5-36E3-998A-2DA6AC05A1C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672382" y="257220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2" name="Bildplatzhalter 7">
            <a:extLst>
              <a:ext uri="{FF2B5EF4-FFF2-40B4-BE49-F238E27FC236}">
                <a16:creationId xmlns:a16="http://schemas.microsoft.com/office/drawing/2014/main" id="{338BA4BE-712A-4866-A99F-1D6E37A5068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073929" y="1397646"/>
            <a:ext cx="1188000" cy="100624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5" name="Textplatzhalter 19">
            <a:extLst>
              <a:ext uri="{FF2B5EF4-FFF2-40B4-BE49-F238E27FC236}">
                <a16:creationId xmlns:a16="http://schemas.microsoft.com/office/drawing/2014/main" id="{3C182C37-F8DB-51EF-ADCF-2CE365C447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090218" y="2410129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1" name="Bildplatzhalter 7">
            <a:extLst>
              <a:ext uri="{FF2B5EF4-FFF2-40B4-BE49-F238E27FC236}">
                <a16:creationId xmlns:a16="http://schemas.microsoft.com/office/drawing/2014/main" id="{139B51C1-D308-1BE2-80CE-72F78E71027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528182" y="1298911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2" name="Textplatzhalter 19">
            <a:extLst>
              <a:ext uri="{FF2B5EF4-FFF2-40B4-BE49-F238E27FC236}">
                <a16:creationId xmlns:a16="http://schemas.microsoft.com/office/drawing/2014/main" id="{E3C6DB8B-E99B-CA32-2D04-0F8F658FE58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528182" y="246289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7" name="Bildplatzhalter 7">
            <a:extLst>
              <a:ext uri="{FF2B5EF4-FFF2-40B4-BE49-F238E27FC236}">
                <a16:creationId xmlns:a16="http://schemas.microsoft.com/office/drawing/2014/main" id="{1AF9FDCD-E243-B8FE-E171-D6840DA06B5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803561" y="2751994"/>
            <a:ext cx="1188000" cy="100624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9">
            <a:extLst>
              <a:ext uri="{FF2B5EF4-FFF2-40B4-BE49-F238E27FC236}">
                <a16:creationId xmlns:a16="http://schemas.microsoft.com/office/drawing/2014/main" id="{30414DDC-C676-8274-AA0C-EC191592FF2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814099" y="376447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8A8A61DB-5AC3-4AD6-0E0A-4161CAB8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9D74D80-07C8-ED3A-4B12-A89523CE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844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7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4"/>
          <p:cNvSpPr/>
          <p:nvPr userDrawn="1"/>
        </p:nvSpPr>
        <p:spPr>
          <a:xfrm>
            <a:off x="655199" y="3214637"/>
            <a:ext cx="8490591" cy="1929764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861488" cy="1276350"/>
          </a:xfrm>
        </p:spPr>
        <p:txBody>
          <a:bodyPr rIns="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4836" y="1989950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4836" y="2939285"/>
            <a:ext cx="972000" cy="476148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/>
          </p:nvPr>
        </p:nvSpPr>
        <p:spPr>
          <a:xfrm>
            <a:off x="2138699" y="2940764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/>
          </p:nvPr>
        </p:nvSpPr>
        <p:spPr>
          <a:xfrm>
            <a:off x="4405755" y="2927792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9"/>
          <p:cNvSpPr>
            <a:spLocks noGrp="1"/>
          </p:cNvSpPr>
          <p:nvPr>
            <p:ph type="body" sz="quarter" idx="29"/>
          </p:nvPr>
        </p:nvSpPr>
        <p:spPr>
          <a:xfrm>
            <a:off x="3299925" y="2939285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138699" y="199142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3299925" y="1989950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4405755" y="1978457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7">
            <a:extLst>
              <a:ext uri="{FF2B5EF4-FFF2-40B4-BE49-F238E27FC236}">
                <a16:creationId xmlns:a16="http://schemas.microsoft.com/office/drawing/2014/main" id="{8FDE91F1-ED62-D648-1DA2-25F2E73B3B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278078" y="355743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FEF0D6C3-BC1B-1304-568D-C70E4D68C1B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8078" y="4506774"/>
            <a:ext cx="972000" cy="476148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9">
            <a:extLst>
              <a:ext uri="{FF2B5EF4-FFF2-40B4-BE49-F238E27FC236}">
                <a16:creationId xmlns:a16="http://schemas.microsoft.com/office/drawing/2014/main" id="{B2F18A39-74CA-B131-5F46-93E8F6A105A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41941" y="4508253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9">
            <a:extLst>
              <a:ext uri="{FF2B5EF4-FFF2-40B4-BE49-F238E27FC236}">
                <a16:creationId xmlns:a16="http://schemas.microsoft.com/office/drawing/2014/main" id="{9F3B2108-1DC3-EF7C-1D60-16A2BDC221C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708997" y="4495281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85E60E1B-C797-EC63-E39A-D425E1EF6B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603167" y="4506774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Bildplatzhalter 7">
            <a:extLst>
              <a:ext uri="{FF2B5EF4-FFF2-40B4-BE49-F238E27FC236}">
                <a16:creationId xmlns:a16="http://schemas.microsoft.com/office/drawing/2014/main" id="{15CA1ED0-93DB-CDF5-2155-2B1CEBAC838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441941" y="3558918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2" name="Bildplatzhalter 7">
            <a:extLst>
              <a:ext uri="{FF2B5EF4-FFF2-40B4-BE49-F238E27FC236}">
                <a16:creationId xmlns:a16="http://schemas.microsoft.com/office/drawing/2014/main" id="{6CA445CB-A1A5-8D80-1141-B97E980FE3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603167" y="355743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3" name="Bildplatzhalter 7">
            <a:extLst>
              <a:ext uri="{FF2B5EF4-FFF2-40B4-BE49-F238E27FC236}">
                <a16:creationId xmlns:a16="http://schemas.microsoft.com/office/drawing/2014/main" id="{5438F7A2-377E-954C-1055-F8AEF9AF5DF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708997" y="3545946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1350102"/>
            <a:ext cx="5868988" cy="573948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D77E7E20-D862-81AD-8FD6-F8644D34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79B00C4-7FDD-7198-A2B1-7D97438E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613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44400" y="0"/>
            <a:ext cx="8499600" cy="51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6242400" y="2159100"/>
            <a:ext cx="2901600" cy="298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3936413" y="1289061"/>
            <a:ext cx="3875675" cy="3309065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88000" rIns="360000"/>
          <a:lstStyle>
            <a:lvl1pPr>
              <a:defRPr sz="2600" b="0"/>
            </a:lvl1pPr>
            <a:lvl2pPr>
              <a:spcBef>
                <a:spcPts val="0"/>
              </a:spcBef>
              <a:spcAft>
                <a:spcPts val="0"/>
              </a:spcAft>
              <a:defRPr sz="1600"/>
            </a:lvl2pPr>
            <a:lvl3pPr marL="0" indent="0">
              <a:buNone/>
              <a:defRPr sz="900"/>
            </a:lvl3pPr>
            <a:lvl4pPr marL="180000" indent="-180000">
              <a:buFont typeface="Arial" panose="020B0604020202020204" pitchFamily="34" charset="0"/>
              <a:buChar char="■"/>
              <a:defRPr sz="9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Grafik 20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61E06C8C-2C9C-2A26-812C-2AB11AE3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2CB119D-A79B-21A9-2B6D-6D6AA3A0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113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434" y="0"/>
            <a:ext cx="8499566" cy="5144401"/>
          </a:xfrm>
          <a:prstGeom prst="rect">
            <a:avLst/>
          </a:prstGeom>
        </p:spPr>
      </p:pic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1291348" y="1279337"/>
            <a:ext cx="3875675" cy="3524438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88000" rIns="360000"/>
          <a:lstStyle>
            <a:lvl1pPr>
              <a:defRPr sz="2600" b="0"/>
            </a:lvl1pPr>
            <a:lvl2pPr>
              <a:spcBef>
                <a:spcPts val="0"/>
              </a:spcBef>
              <a:spcAft>
                <a:spcPts val="0"/>
              </a:spcAft>
              <a:defRPr sz="1600"/>
            </a:lvl2pPr>
            <a:lvl3pPr marL="0" indent="0">
              <a:buNone/>
              <a:defRPr sz="900"/>
            </a:lvl3pPr>
            <a:lvl4pPr marL="180000" indent="-180000">
              <a:buFont typeface="Arial" panose="020B0604020202020204" pitchFamily="34" charset="0"/>
              <a:buChar char="■"/>
              <a:defRPr sz="9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0" name="Gruppieren 9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Grafik 1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D5BC8520-C68F-A492-A92F-6E9178F7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7C55786-DF98-9800-2C43-F442308C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25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EF747D5-1ADC-A84D-5489-335DC79CD6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6844" y="0"/>
            <a:ext cx="4517156" cy="51435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47700" y="117029"/>
            <a:ext cx="3735087" cy="1215838"/>
          </a:xfrm>
          <a:noFill/>
          <a:ln>
            <a:solidFill>
              <a:schemeClr val="bg1"/>
            </a:solidFill>
          </a:ln>
        </p:spPr>
        <p:txBody>
          <a:bodyPr lIns="324000" tIns="252000"/>
          <a:lstStyle>
            <a:lvl1pPr>
              <a:defRPr sz="2400" b="1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924050"/>
            <a:ext cx="3697881" cy="2879724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1287755"/>
            <a:ext cx="3706586" cy="636295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Textmasterformat </a:t>
            </a:r>
            <a:br>
              <a:rPr lang="de-DE"/>
            </a:br>
            <a:r>
              <a:rPr lang="de-DE"/>
              <a:t>bearbeiten</a:t>
            </a:r>
          </a:p>
        </p:txBody>
      </p:sp>
      <p:grpSp>
        <p:nvGrpSpPr>
          <p:cNvPr id="14" name="Gruppieren 13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Grafik 16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0817145-8776-E9CE-E12C-F73F790D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309F02CF-604A-FD07-90CD-70C183B5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656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4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8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148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719597" y="2459939"/>
            <a:ext cx="3996000" cy="2397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33857" y="117028"/>
            <a:ext cx="3178231" cy="1372137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33857" y="1462644"/>
            <a:ext cx="3140532" cy="31056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4633857" y="752905"/>
            <a:ext cx="4510143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E2A84B2-EBC8-8507-338A-705CB9DB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F2D18AB-A134-6330-88D8-108A6F40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747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5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3989794" y="1581188"/>
            <a:ext cx="5155200" cy="356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63460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9" y="1519643"/>
            <a:ext cx="3342096" cy="3291897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8"/>
            <a:ext cx="4600502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E5BF453-68AC-03B9-C305-7E0421A0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D348C6D-BAF9-4DCB-BBD2-D5F275CC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248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8" y="1899007"/>
            <a:ext cx="365329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1367501"/>
            <a:ext cx="4600502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373799" y="1100385"/>
            <a:ext cx="4435200" cy="338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1" name="Gruppieren 20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Grafik 22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CE411C0A-5D39-3F1F-6171-0A24075C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6C7A0E9-A0C0-B63A-8194-96E33ED5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471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691495" y="1686597"/>
            <a:ext cx="3610800" cy="345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8" y="1899007"/>
            <a:ext cx="365329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1367501"/>
            <a:ext cx="4600502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Grafik 22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E947AB2-F3E9-280E-A94D-E4F086C2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F37BFC5-5865-994E-F01C-F7C99D86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679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9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2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5219699" y="1741913"/>
            <a:ext cx="2923200" cy="28008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Titel 1"/>
          <p:cNvSpPr>
            <a:spLocks noGrp="1"/>
          </p:cNvSpPr>
          <p:nvPr>
            <p:ph type="title"/>
          </p:nvPr>
        </p:nvSpPr>
        <p:spPr>
          <a:xfrm>
            <a:off x="647699" y="360322"/>
            <a:ext cx="5832627" cy="634606"/>
          </a:xfrm>
          <a:noFill/>
          <a:ln>
            <a:noFill/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9"/>
            <a:ext cx="5868988" cy="280152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647698" y="1471750"/>
            <a:ext cx="4043252" cy="67926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Inhaltsplatzhalter 7"/>
          <p:cNvSpPr>
            <a:spLocks noGrp="1"/>
          </p:cNvSpPr>
          <p:nvPr>
            <p:ph sz="quarter" idx="18"/>
          </p:nvPr>
        </p:nvSpPr>
        <p:spPr>
          <a:xfrm>
            <a:off x="972001" y="2272551"/>
            <a:ext cx="1943100" cy="2538990"/>
          </a:xfrm>
        </p:spPr>
        <p:txBody>
          <a:bodyPr l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6" name="Inhaltsplatzhalter 7"/>
          <p:cNvSpPr>
            <a:spLocks noGrp="1"/>
          </p:cNvSpPr>
          <p:nvPr>
            <p:ph sz="quarter" idx="19"/>
          </p:nvPr>
        </p:nvSpPr>
        <p:spPr>
          <a:xfrm>
            <a:off x="3276600" y="2272551"/>
            <a:ext cx="1943100" cy="2538990"/>
          </a:xfrm>
        </p:spPr>
        <p:txBody>
          <a:bodyPr l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7" name="Gruppieren 16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2D5625AC-35B9-2D1C-E416-4CC068F9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1175A95-9755-0C34-58FA-A6F080C7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7141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379441" y="1851215"/>
            <a:ext cx="4766400" cy="3294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50" y="360322"/>
            <a:ext cx="424815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71550" y="1899007"/>
            <a:ext cx="357576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971550" y="1367501"/>
            <a:ext cx="4192683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23" name="Gruppieren 22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Grafik 24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EEAA65C8-2BA4-C76F-D43E-7604CA2A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E0A1DE5-B9B1-2B67-DED4-2D511D07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438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4"/>
          <p:cNvGrpSpPr/>
          <p:nvPr userDrawn="1"/>
        </p:nvGrpSpPr>
        <p:grpSpPr>
          <a:xfrm>
            <a:off x="4136351" y="0"/>
            <a:ext cx="5007648" cy="5144401"/>
            <a:chOff x="4136351" y="0"/>
            <a:chExt cx="5007648" cy="5144401"/>
          </a:xfrm>
        </p:grpSpPr>
        <p:pic>
          <p:nvPicPr>
            <p:cNvPr id="22" name="object 5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26596" y="0"/>
              <a:ext cx="4217403" cy="5144401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36351" y="1609852"/>
              <a:ext cx="2129129" cy="3534549"/>
            </a:xfrm>
            <a:prstGeom prst="rect">
              <a:avLst/>
            </a:prstGeom>
          </p:spPr>
        </p:pic>
        <p:pic>
          <p:nvPicPr>
            <p:cNvPr id="24" name="object 7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48210" y="1312202"/>
              <a:ext cx="1821599" cy="3832199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63460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9" y="1519643"/>
            <a:ext cx="3342096" cy="3291897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8"/>
            <a:ext cx="4600502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31" name="Gruppieren 30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Grafik 32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17A054C-FACA-9A36-9755-85840BBE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61BB2B2-7D7D-353B-FE6A-15EB988D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9643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ject 4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8" y="0"/>
            <a:ext cx="8492400" cy="5144400"/>
          </a:xfrm>
          <a:prstGeom prst="rect">
            <a:avLst/>
          </a:prstGeom>
        </p:spPr>
      </p:pic>
      <p:sp>
        <p:nvSpPr>
          <p:cNvPr id="27" name="object 5"/>
          <p:cNvSpPr/>
          <p:nvPr userDrawn="1"/>
        </p:nvSpPr>
        <p:spPr>
          <a:xfrm>
            <a:off x="653148" y="0"/>
            <a:ext cx="8492400" cy="514440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8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Titel 1"/>
          <p:cNvSpPr>
            <a:spLocks noGrp="1"/>
          </p:cNvSpPr>
          <p:nvPr>
            <p:ph type="title"/>
          </p:nvPr>
        </p:nvSpPr>
        <p:spPr>
          <a:xfrm>
            <a:off x="647699" y="360322"/>
            <a:ext cx="5832627" cy="634606"/>
          </a:xfrm>
          <a:noFill/>
          <a:ln>
            <a:noFill/>
          </a:ln>
        </p:spPr>
        <p:txBody>
          <a:bodyPr lIns="360000" tIns="25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699" y="1240045"/>
            <a:ext cx="3184072" cy="2670103"/>
          </a:xfrm>
        </p:spPr>
        <p:txBody>
          <a:bodyPr lIns="360000"/>
          <a:lstStyle>
            <a:lvl1pPr>
              <a:lnSpc>
                <a:spcPct val="114000"/>
              </a:lnSpc>
              <a:defRPr sz="1200" b="0" baseline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 b="1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7"/>
          <p:cNvSpPr>
            <a:spLocks noGrp="1"/>
          </p:cNvSpPr>
          <p:nvPr>
            <p:ph sz="quarter" idx="19"/>
          </p:nvPr>
        </p:nvSpPr>
        <p:spPr>
          <a:xfrm>
            <a:off x="4771072" y="1216199"/>
            <a:ext cx="1943100" cy="253899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spcBef>
                <a:spcPts val="1500"/>
              </a:spcBef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21" name="object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192" y="3859571"/>
            <a:ext cx="1189266" cy="825255"/>
          </a:xfrm>
          <a:prstGeom prst="rect">
            <a:avLst/>
          </a:prstGeom>
        </p:spPr>
      </p:pic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6E35FF-3D02-7262-7CB7-CA8407BA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331BFD-745B-9896-0320-DA380EAA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B793BC7-8489-4CE3-B0CF-D4791BDB3EF0}"/>
              </a:ext>
            </a:extLst>
          </p:cNvPr>
          <p:cNvGrpSpPr/>
          <p:nvPr userDrawn="1"/>
        </p:nvGrpSpPr>
        <p:grpSpPr>
          <a:xfrm>
            <a:off x="4627979" y="4085267"/>
            <a:ext cx="4368060" cy="841419"/>
            <a:chOff x="4627979" y="4085267"/>
            <a:chExt cx="4368060" cy="841419"/>
          </a:xfrm>
        </p:grpSpPr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0B0275C-4BAE-4FFE-BC07-87924FB7E7E8}"/>
                </a:ext>
              </a:extLst>
            </p:cNvPr>
            <p:cNvSpPr txBox="1"/>
            <p:nvPr userDrawn="1"/>
          </p:nvSpPr>
          <p:spPr>
            <a:xfrm>
              <a:off x="4983328" y="4220861"/>
              <a:ext cx="18614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>
                  <a:solidFill>
                    <a:schemeClr val="bg1"/>
                  </a:solidFill>
                  <a:hlinkClick r:id="rId5"/>
                </a:rPr>
                <a:t>facebook.com/</a:t>
              </a:r>
              <a:r>
                <a:rPr lang="de-DE" sz="900" err="1">
                  <a:solidFill>
                    <a:schemeClr val="bg1"/>
                  </a:solidFill>
                  <a:hlinkClick r:id="rId5"/>
                </a:rPr>
                <a:t>FESfrankfurt</a:t>
              </a:r>
              <a:endParaRPr lang="de-DE" sz="900">
                <a:solidFill>
                  <a:schemeClr val="bg1"/>
                </a:solidFill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A46521-51CE-4B08-896D-90041AE8E13E}"/>
                </a:ext>
              </a:extLst>
            </p:cNvPr>
            <p:cNvSpPr txBox="1"/>
            <p:nvPr userDrawn="1"/>
          </p:nvSpPr>
          <p:spPr>
            <a:xfrm>
              <a:off x="4983328" y="4621836"/>
              <a:ext cx="18614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>
                  <a:solidFill>
                    <a:schemeClr val="bg1"/>
                  </a:solidFill>
                  <a:hlinkClick r:id="rId6"/>
                </a:rPr>
                <a:t>instagram.com/</a:t>
              </a:r>
              <a:r>
                <a:rPr lang="de-DE" sz="900" err="1">
                  <a:solidFill>
                    <a:schemeClr val="bg1"/>
                  </a:solidFill>
                  <a:hlinkClick r:id="rId6"/>
                </a:rPr>
                <a:t>fesfrankfurt</a:t>
              </a:r>
              <a:endParaRPr lang="de-DE" sz="900">
                <a:solidFill>
                  <a:schemeClr val="bg1"/>
                </a:solidFill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C23D4EC-8DD9-4F38-A447-3F236C6719A3}"/>
                </a:ext>
              </a:extLst>
            </p:cNvPr>
            <p:cNvSpPr txBox="1"/>
            <p:nvPr userDrawn="1"/>
          </p:nvSpPr>
          <p:spPr>
            <a:xfrm>
              <a:off x="7475436" y="4230747"/>
              <a:ext cx="15206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>
                  <a:solidFill>
                    <a:schemeClr val="bg1"/>
                  </a:solidFill>
                  <a:hlinkClick r:id="rId7"/>
                </a:rPr>
                <a:t>twitter.com/</a:t>
              </a:r>
              <a:r>
                <a:rPr lang="de-DE" sz="900" err="1">
                  <a:solidFill>
                    <a:schemeClr val="bg1"/>
                  </a:solidFill>
                  <a:hlinkClick r:id="rId7"/>
                </a:rPr>
                <a:t>FESfrankfurt</a:t>
              </a:r>
              <a:endParaRPr lang="de-DE" sz="900">
                <a:solidFill>
                  <a:schemeClr val="bg1"/>
                </a:solidFill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EDAE9788-F6BA-4ED8-ACFA-01FA364E299E}"/>
                </a:ext>
              </a:extLst>
            </p:cNvPr>
            <p:cNvSpPr txBox="1"/>
            <p:nvPr userDrawn="1"/>
          </p:nvSpPr>
          <p:spPr>
            <a:xfrm>
              <a:off x="7475436" y="4631722"/>
              <a:ext cx="15206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>
                  <a:solidFill>
                    <a:schemeClr val="bg1"/>
                  </a:solidFill>
                  <a:hlinkClick r:id="rId8"/>
                </a:rPr>
                <a:t>tiktok.com/@fesfrankfurt</a:t>
              </a:r>
              <a:endParaRPr lang="de-DE" sz="900">
                <a:solidFill>
                  <a:schemeClr val="bg1"/>
                </a:solidFill>
              </a:endParaRPr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EE74B759-F03C-4CD1-88FC-6FF2B4FA1B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27979" y="4085267"/>
              <a:ext cx="531495" cy="831533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0C189F5B-FFB4-428F-A713-1B223655D4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0301" y="4095153"/>
              <a:ext cx="531495" cy="831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01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578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7796249C-4A66-E2DB-B02A-DF85FBDB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B4DB992-3308-C261-7B61-7C78BFAE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330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für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75974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C46DFEA-CA77-0A37-D0EE-CF3AB2BD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57221AD-EA48-F292-CA5C-21135AA5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702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für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75974" y="1283717"/>
            <a:ext cx="6188414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369596"/>
          </a:xfrm>
        </p:spPr>
        <p:txBody>
          <a:bodyPr/>
          <a:lstStyle>
            <a:lvl1pPr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5820FC7-B898-0C8D-FAF6-EEC06B5C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75AB8C1-2575-6C09-DF08-4E140361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845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Nummeri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1460310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 marL="180000" indent="-180000">
              <a:buFont typeface="+mj-lt"/>
              <a:buAutoNum type="arabicPeriod"/>
              <a:defRPr sz="1100" b="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555264C-BBF2-E3B4-246D-A1E26B3B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403D53E-CDE9-CA60-D6A0-CA0A11E0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70787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180000" indent="-180000">
              <a:spcBef>
                <a:spcPts val="4800"/>
              </a:spcBef>
              <a:buFont typeface="Wingdings" panose="05000000000000000000" pitchFamily="2" charset="2"/>
              <a:buChar char=""/>
              <a:defRPr sz="1100" b="1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60C2821-9C35-E22F-51B1-B91420ED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E2BD832-1E40-3EAB-BC03-42C06DC8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6276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72CA9-EABF-4D75-B48A-179E436B2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02645C-C47E-41DD-9F09-31A3FC6D7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51871A-4F21-44EB-853C-639A957C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A8195-1866-4270-BBFF-898D0026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D6C044-9F54-4B07-867E-5F338E6C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3518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CC057-670B-428F-AA96-8CFCE93D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16A218-C525-4E85-BDBA-8193EEF6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03621-AD86-408F-8E59-A3C85D13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08EECE-45DF-4E06-9231-25943980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881ABA-7670-4B9E-B2F2-F03E7E7B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6972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4C237-604C-4204-96E3-CB72AAB3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8DFFF2-CF63-4731-8040-8CFED5994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388A5A-A0B9-4D65-9DD7-7BE10B74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27EB2A-D23D-4194-B48B-9827680E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B24106-0901-4171-8554-612F201C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68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24755-19C1-4243-81F0-87E1149B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35F0B-C1B8-45CA-B738-8A7141ECC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0B9F4A-13E8-44D4-B670-105C7BE26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15ECB3-875A-4A57-95AE-3D5921E3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463F83-41DE-43DE-97FE-0C731645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AEF88-F695-4A50-AD46-790EF5C5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349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057B2-0D13-4FFA-A563-75386668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EC7EE6-2675-4BA3-86EA-5DF2F63DD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40599F-66C5-48DE-8E9E-AA6E2332A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EAE72A-D405-410D-9A95-A37530B9D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645FBA-37CF-486A-B657-F60687483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5BA103E-D521-4020-B275-CC90FC2D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BBB94F-D61D-4DE1-80FA-66D559EE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EF58BF-1B8A-4C26-B692-B76EEACF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3642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062E4-4AA0-4AA8-A425-53FA879F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0F65D4-2671-4655-BE91-D3C39CBB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6643C5-CB86-414F-ADB8-676C6464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1F6246-A17D-4491-84D6-F833DD89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0747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34BA0C-703A-40C0-8A47-A335BD1F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0500E9-9766-403D-BCAE-EFBBC2E7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35628A-4861-4E52-B5DA-F8368E73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2438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81519-481D-4A21-B5C0-00D269C9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7D18C4-82E4-441B-875E-508ECC58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18A6B1-D4C1-4DDD-B2E3-C1F9A81B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C45FC2-A689-4EA3-84A3-6B076048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AF4A3A-21B3-4885-BED3-EE1595F8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C76A90-E5B3-4392-A336-83432225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92674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CD205-F854-42C9-BA18-E302FFF80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D1F3A7-39CE-4852-9D84-8F306D6C3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747B33-778F-4AA8-9B6D-13E2348EA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1267B5-867C-4FA6-8AE5-EB38E3AEB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0947D4-8A61-43D1-B114-746DCEA3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8E5536-71F1-4557-85CA-11230853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02289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69C20-3884-4E9B-B11B-130B7079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7034A2-D9CC-4D7B-9E8E-FB61395DB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919A41-7764-448D-A88A-8C9672CB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12BCA-9BED-4A01-8771-A576FBFE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1004DD-FD19-4215-9243-423704A9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037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497E18-453A-4F60-83EB-B0CEE8122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92856C-B92C-469C-8730-2215FDF2A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463782-EA58-4B37-B578-C406194F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6F94FC-FE06-482A-AC25-EBFDD960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AF3E06-8C92-4DC8-BD41-BFFEA81A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3973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Miteinander_Band 2.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D9E647B5-B788-5ADF-C066-9B73712D37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59" r="43800" b="16147"/>
          <a:stretch/>
        </p:blipFill>
        <p:spPr>
          <a:xfrm>
            <a:off x="469477" y="0"/>
            <a:ext cx="86637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62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teinander_Band 1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72E217-C6E3-7124-DC40-4717A7643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"/>
          <a:stretch/>
        </p:blipFill>
        <p:spPr>
          <a:xfrm>
            <a:off x="10800" y="543997"/>
            <a:ext cx="9133200" cy="42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071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teinander_Band 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B10F2BA-C2D2-612F-71EB-BC0ED811C0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6" y="548980"/>
            <a:ext cx="9141684" cy="40455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90753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teinander_Band 3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0EB644A7-B229-DD75-1489-A4BFA0D5AF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" b="21914"/>
          <a:stretch/>
        </p:blipFill>
        <p:spPr>
          <a:xfrm>
            <a:off x="10800" y="328734"/>
            <a:ext cx="8759128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172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Miteinander_Band 2.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D9E647B5-B788-5ADF-C066-9B73712D37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59" r="43800" b="16147"/>
          <a:stretch/>
        </p:blipFill>
        <p:spPr>
          <a:xfrm>
            <a:off x="469477" y="0"/>
            <a:ext cx="86637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898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Miteinander_Band 2.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B10F2BA-C2D2-612F-71EB-BC0ED811C0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6" y="763506"/>
            <a:ext cx="9141684" cy="40455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85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Miteinander_Band 3.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0EB644A7-B229-DD75-1489-A4BFA0D5AF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" b="21914"/>
          <a:stretch/>
        </p:blipFill>
        <p:spPr>
          <a:xfrm>
            <a:off x="10800" y="328734"/>
            <a:ext cx="8759128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892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Miteinander_Band 1.2">
    <p:bg>
      <p:bgPr>
        <a:solidFill>
          <a:srgbClr val="254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6A3D594-1537-74D6-7F73-79CA7861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5603D8-610A-171C-02BF-5A53CAAE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70E1FF2-8EF9-AD6E-5C3C-5BC410F719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3189D316-CBC8-823D-2897-13ADB75B9C11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D2352D5-44BD-FD71-88E2-6ED1CC9382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72E217-C6E3-7124-DC40-4717A7643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/>
          <a:stretch/>
        </p:blipFill>
        <p:spPr>
          <a:xfrm>
            <a:off x="0" y="577506"/>
            <a:ext cx="9144000" cy="42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20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6">
            <a:extLst>
              <a:ext uri="{FF2B5EF4-FFF2-40B4-BE49-F238E27FC236}">
                <a16:creationId xmlns:a16="http://schemas.microsoft.com/office/drawing/2014/main" id="{F550ED73-B438-25FC-BE7B-875302EE04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</p:spPr>
      </p:sp>
      <p:sp>
        <p:nvSpPr>
          <p:cNvPr id="4" name="Rechteck 3"/>
          <p:cNvSpPr/>
          <p:nvPr userDrawn="1"/>
        </p:nvSpPr>
        <p:spPr>
          <a:xfrm>
            <a:off x="647700" y="645318"/>
            <a:ext cx="3924000" cy="3852863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7700" y="2297150"/>
            <a:ext cx="3924300" cy="1535075"/>
          </a:xfrm>
          <a:noFill/>
          <a:ln>
            <a:noFill/>
          </a:ln>
        </p:spPr>
        <p:txBody>
          <a:bodyPr tIns="252000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7700" y="629999"/>
            <a:ext cx="3924300" cy="798207"/>
          </a:xfrm>
          <a:noFill/>
          <a:ln>
            <a:noFill/>
          </a:ln>
        </p:spPr>
        <p:txBody>
          <a:bodyPr tIns="432000" anchor="t" anchorCtr="0"/>
          <a:lstStyle>
            <a:lvl1pPr algn="l">
              <a:defRPr sz="2600" b="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2516777" y="3979817"/>
            <a:ext cx="245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spc="10" baseline="0">
                <a:solidFill>
                  <a:schemeClr val="bg1"/>
                </a:solidFill>
              </a:rPr>
              <a:t>Die Rhein-Main-Macher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647700" y="3977416"/>
            <a:ext cx="1790700" cy="279400"/>
          </a:xfrm>
        </p:spPr>
        <p:txBody>
          <a:bodyPr anchor="ctr" anchorCtr="0"/>
          <a:lstStyle>
            <a:lvl1pPr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7812088" y="0"/>
            <a:ext cx="1331912" cy="1276350"/>
            <a:chOff x="7164388" y="0"/>
            <a:chExt cx="1979612" cy="192405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714BEC3D-1CB9-9741-8C4F-BAC900E4FCC4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222F39C-55AC-4F4A-97E3-92F9D82D97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13" name="Rechteck 12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3896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6405" y="647352"/>
            <a:ext cx="3924300" cy="98985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854926"/>
            <a:ext cx="3915595" cy="2624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5867400" y="627063"/>
            <a:ext cx="1944688" cy="1296987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5219700" y="1924050"/>
            <a:ext cx="3276600" cy="1908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580705" y="3832225"/>
            <a:ext cx="1935983" cy="9715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978103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397" y="0"/>
            <a:ext cx="8508603" cy="193140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9" y="1532709"/>
            <a:ext cx="3195350" cy="66185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2571749"/>
            <a:ext cx="2827024" cy="2232025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6242400" y="2159100"/>
            <a:ext cx="2901600" cy="298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3675827" y="2571749"/>
            <a:ext cx="2566573" cy="2232025"/>
          </a:xfrm>
        </p:spPr>
        <p:txBody>
          <a:bodyPr lIns="90000" r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3" name="Gruppieren 12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7" name="Rechteck 16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4C1B4D0-D3D1-2D87-48AE-D6ADC01D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B097FC8-3B43-DD8B-2C02-394EDF33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3243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434" y="3214345"/>
            <a:ext cx="8499566" cy="192915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6905660" cy="98985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5200" y="1206679"/>
            <a:ext cx="3593369" cy="11881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6"/>
          </p:nvPr>
        </p:nvSpPr>
        <p:spPr>
          <a:xfrm>
            <a:off x="4366021" y="1206679"/>
            <a:ext cx="3446067" cy="1188178"/>
          </a:xfrm>
        </p:spPr>
        <p:txBody>
          <a:bodyPr lIns="90000"/>
          <a:lstStyle>
            <a:lvl1pPr>
              <a:defRPr sz="1000"/>
            </a:lvl1pPr>
            <a:lvl2pPr>
              <a:spcBef>
                <a:spcPts val="200"/>
              </a:spcBef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50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18"/>
          </p:nvPr>
        </p:nvSpPr>
        <p:spPr>
          <a:xfrm>
            <a:off x="2324023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7"/>
          <p:cNvSpPr>
            <a:spLocks noGrp="1"/>
          </p:cNvSpPr>
          <p:nvPr>
            <p:ph type="pic" sz="quarter" idx="19"/>
          </p:nvPr>
        </p:nvSpPr>
        <p:spPr>
          <a:xfrm>
            <a:off x="3676496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7"/>
          <p:cNvSpPr>
            <a:spLocks noGrp="1"/>
          </p:cNvSpPr>
          <p:nvPr>
            <p:ph type="pic" sz="quarter" idx="20"/>
          </p:nvPr>
        </p:nvSpPr>
        <p:spPr>
          <a:xfrm>
            <a:off x="5028969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7"/>
          <p:cNvSpPr>
            <a:spLocks noGrp="1"/>
          </p:cNvSpPr>
          <p:nvPr>
            <p:ph type="pic" sz="quarter" idx="21"/>
          </p:nvPr>
        </p:nvSpPr>
        <p:spPr>
          <a:xfrm>
            <a:off x="6381442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733914" y="2571750"/>
            <a:ext cx="1080000" cy="1096523"/>
          </a:xfrm>
          <a:solidFill>
            <a:schemeClr val="accent1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50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/>
          </p:nvPr>
        </p:nvSpPr>
        <p:spPr>
          <a:xfrm>
            <a:off x="2324023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/>
          </p:nvPr>
        </p:nvSpPr>
        <p:spPr>
          <a:xfrm>
            <a:off x="3676496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/>
          </p:nvPr>
        </p:nvSpPr>
        <p:spPr>
          <a:xfrm>
            <a:off x="5028969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/>
          <p:cNvSpPr>
            <a:spLocks noGrp="1"/>
          </p:cNvSpPr>
          <p:nvPr>
            <p:ph type="body" sz="quarter" idx="27"/>
          </p:nvPr>
        </p:nvSpPr>
        <p:spPr>
          <a:xfrm>
            <a:off x="6381442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9"/>
          <p:cNvSpPr>
            <a:spLocks noGrp="1"/>
          </p:cNvSpPr>
          <p:nvPr>
            <p:ph type="body" sz="quarter" idx="28"/>
          </p:nvPr>
        </p:nvSpPr>
        <p:spPr>
          <a:xfrm>
            <a:off x="7733914" y="3668273"/>
            <a:ext cx="1080000" cy="811652"/>
          </a:xfrm>
          <a:solidFill>
            <a:schemeClr val="bg1"/>
          </a:solidFill>
        </p:spPr>
        <p:txBody>
          <a:bodyPr lIns="162000" tIns="108000" rIns="72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8C673DE2-CC50-E85F-DBFB-5FDCECCC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362BC702-F1D9-38F3-F075-3C7B0763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1486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8" y="352169"/>
            <a:ext cx="6545190" cy="661852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4038599"/>
            <a:ext cx="5605850" cy="765175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971549" y="1276349"/>
            <a:ext cx="5207577" cy="25558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166FFCF-4B09-7FB5-3486-0DDB20CF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D1499AA-35F7-AE4E-00E7-40CB1C71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4398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12"/>
            <a:ext cx="2612567" cy="5144389"/>
          </a:xfrm>
          <a:prstGeom prst="rect">
            <a:avLst/>
          </a:prstGeom>
        </p:spPr>
      </p:pic>
      <p:sp>
        <p:nvSpPr>
          <p:cNvPr id="17" name="object 4"/>
          <p:cNvSpPr/>
          <p:nvPr userDrawn="1"/>
        </p:nvSpPr>
        <p:spPr>
          <a:xfrm>
            <a:off x="6516688" y="-1"/>
            <a:ext cx="2625812" cy="5146208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3924300" y="1628519"/>
            <a:ext cx="4755600" cy="3362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98" y="352169"/>
            <a:ext cx="4600501" cy="661852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924050"/>
            <a:ext cx="3267895" cy="2879725"/>
          </a:xfrm>
        </p:spPr>
        <p:txBody>
          <a:bodyPr r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19198" y="1022869"/>
            <a:ext cx="4600502" cy="369937"/>
          </a:xfrm>
          <a:ln>
            <a:noFill/>
          </a:ln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122A27-2AD4-DBE5-018C-3740F559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0969F3B-73C8-26B3-B7C0-A943E829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4206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5"/>
          <p:cNvSpPr/>
          <p:nvPr userDrawn="1"/>
        </p:nvSpPr>
        <p:spPr>
          <a:xfrm>
            <a:off x="653148" y="2573020"/>
            <a:ext cx="8491220" cy="2570480"/>
          </a:xfrm>
          <a:custGeom>
            <a:avLst/>
            <a:gdLst/>
            <a:ahLst/>
            <a:cxnLst/>
            <a:rect l="l" t="t" r="r" b="b"/>
            <a:pathLst>
              <a:path w="8491220" h="2570479">
                <a:moveTo>
                  <a:pt x="0" y="2570391"/>
                </a:moveTo>
                <a:lnTo>
                  <a:pt x="8490851" y="2570391"/>
                </a:lnTo>
                <a:lnTo>
                  <a:pt x="8490851" y="0"/>
                </a:lnTo>
                <a:lnTo>
                  <a:pt x="0" y="0"/>
                </a:lnTo>
                <a:lnTo>
                  <a:pt x="0" y="2570391"/>
                </a:lnTo>
                <a:close/>
              </a:path>
            </a:pathLst>
          </a:custGeom>
          <a:solidFill>
            <a:srgbClr val="A2BBE1">
              <a:alpha val="83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642216" cy="949234"/>
          </a:xfrm>
        </p:spPr>
        <p:txBody>
          <a:bodyPr rIns="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48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393577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48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577055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4182562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5788069" y="1764120"/>
            <a:ext cx="1422000" cy="1152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5"/>
          </p:nvPr>
        </p:nvSpPr>
        <p:spPr>
          <a:xfrm>
            <a:off x="655200" y="1036041"/>
            <a:ext cx="5642216" cy="258368"/>
          </a:xfrm>
        </p:spPr>
        <p:txBody>
          <a:bodyPr/>
          <a:lstStyle>
            <a:lvl1pPr>
              <a:defRPr sz="1600" b="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9"/>
          <p:cNvSpPr>
            <a:spLocks noGrp="1"/>
          </p:cNvSpPr>
          <p:nvPr>
            <p:ph type="body" sz="quarter" idx="36"/>
          </p:nvPr>
        </p:nvSpPr>
        <p:spPr>
          <a:xfrm>
            <a:off x="2577055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9"/>
          <p:cNvSpPr>
            <a:spLocks noGrp="1"/>
          </p:cNvSpPr>
          <p:nvPr>
            <p:ph type="body" sz="quarter" idx="37"/>
          </p:nvPr>
        </p:nvSpPr>
        <p:spPr>
          <a:xfrm>
            <a:off x="4182562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9"/>
          <p:cNvSpPr>
            <a:spLocks noGrp="1"/>
          </p:cNvSpPr>
          <p:nvPr>
            <p:ph type="body" sz="quarter" idx="39"/>
          </p:nvPr>
        </p:nvSpPr>
        <p:spPr>
          <a:xfrm>
            <a:off x="5788069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platzhalter 19"/>
          <p:cNvSpPr>
            <a:spLocks noGrp="1"/>
          </p:cNvSpPr>
          <p:nvPr>
            <p:ph type="body" sz="quarter" idx="40"/>
          </p:nvPr>
        </p:nvSpPr>
        <p:spPr>
          <a:xfrm>
            <a:off x="7393577" y="2926080"/>
            <a:ext cx="1422000" cy="18756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800" b="0"/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A7431E2F-3368-7B88-9724-03198CC8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3EDC1D7-3C6E-9E0C-C4BF-B7EEE8B3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45828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4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0100" y="2572207"/>
            <a:ext cx="8492400" cy="2574000"/>
          </a:xfrm>
          <a:prstGeom prst="rect">
            <a:avLst/>
          </a:prstGeom>
        </p:spPr>
      </p:pic>
      <p:sp>
        <p:nvSpPr>
          <p:cNvPr id="36" name="object 4"/>
          <p:cNvSpPr/>
          <p:nvPr userDrawn="1"/>
        </p:nvSpPr>
        <p:spPr>
          <a:xfrm>
            <a:off x="650100" y="2572207"/>
            <a:ext cx="8492400" cy="2574000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861488" cy="1276350"/>
          </a:xfrm>
        </p:spPr>
        <p:txBody>
          <a:bodyPr rIns="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1548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7"/>
          <p:cNvSpPr>
            <a:spLocks noGrp="1"/>
          </p:cNvSpPr>
          <p:nvPr>
            <p:ph type="pic" sz="quarter" idx="22"/>
          </p:nvPr>
        </p:nvSpPr>
        <p:spPr>
          <a:xfrm>
            <a:off x="7628884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1548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4" name="Textplatzhalter 19"/>
          <p:cNvSpPr>
            <a:spLocks noGrp="1"/>
          </p:cNvSpPr>
          <p:nvPr>
            <p:ph type="body" sz="quarter" idx="27"/>
          </p:nvPr>
        </p:nvSpPr>
        <p:spPr>
          <a:xfrm>
            <a:off x="6297416" y="3424499"/>
            <a:ext cx="1188000" cy="1378800"/>
          </a:xfrm>
          <a:noFill/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303015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3634482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4965949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7"/>
          <p:cNvSpPr>
            <a:spLocks noGrp="1"/>
          </p:cNvSpPr>
          <p:nvPr>
            <p:ph type="pic" sz="quarter" idx="34"/>
          </p:nvPr>
        </p:nvSpPr>
        <p:spPr>
          <a:xfrm>
            <a:off x="6297416" y="226051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19"/>
          <p:cNvSpPr>
            <a:spLocks noGrp="1"/>
          </p:cNvSpPr>
          <p:nvPr>
            <p:ph type="body" sz="quarter" idx="36"/>
          </p:nvPr>
        </p:nvSpPr>
        <p:spPr>
          <a:xfrm>
            <a:off x="2303015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7" name="Textplatzhalter 19"/>
          <p:cNvSpPr>
            <a:spLocks noGrp="1"/>
          </p:cNvSpPr>
          <p:nvPr>
            <p:ph type="body" sz="quarter" idx="37"/>
          </p:nvPr>
        </p:nvSpPr>
        <p:spPr>
          <a:xfrm>
            <a:off x="3634482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8" name="Textplatzhalter 19"/>
          <p:cNvSpPr>
            <a:spLocks noGrp="1"/>
          </p:cNvSpPr>
          <p:nvPr>
            <p:ph type="body" sz="quarter" idx="38"/>
          </p:nvPr>
        </p:nvSpPr>
        <p:spPr>
          <a:xfrm>
            <a:off x="4965949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9" name="Textplatzhalter 19"/>
          <p:cNvSpPr>
            <a:spLocks noGrp="1"/>
          </p:cNvSpPr>
          <p:nvPr>
            <p:ph type="body" sz="quarter" idx="39"/>
          </p:nvPr>
        </p:nvSpPr>
        <p:spPr>
          <a:xfrm>
            <a:off x="6297416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0" name="Textplatzhalter 19"/>
          <p:cNvSpPr>
            <a:spLocks noGrp="1"/>
          </p:cNvSpPr>
          <p:nvPr>
            <p:ph type="body" sz="quarter" idx="40"/>
          </p:nvPr>
        </p:nvSpPr>
        <p:spPr>
          <a:xfrm>
            <a:off x="7628884" y="3424499"/>
            <a:ext cx="1188000" cy="1378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1350102"/>
            <a:ext cx="5868988" cy="573948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822F1341-73F3-CCE9-56D2-E32E4F53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777AAB0-ADA6-F7C9-34B0-3DDACC18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2912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-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4"/>
          <p:cNvSpPr/>
          <p:nvPr userDrawn="1"/>
        </p:nvSpPr>
        <p:spPr>
          <a:xfrm>
            <a:off x="655200" y="2572207"/>
            <a:ext cx="8487299" cy="2574000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3710821" cy="1276350"/>
          </a:xfrm>
        </p:spPr>
        <p:txBody>
          <a:bodyPr rIns="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6"/>
          </p:nvPr>
        </p:nvSpPr>
        <p:spPr>
          <a:xfrm>
            <a:off x="3924301" y="630000"/>
            <a:ext cx="3240087" cy="658336"/>
          </a:xfrm>
        </p:spPr>
        <p:txBody>
          <a:bodyPr lIns="90000" rIns="0"/>
          <a:lstStyle>
            <a:lvl1pPr>
              <a:defRPr sz="1000"/>
            </a:lvl1pPr>
            <a:lvl2pPr>
              <a:spcBef>
                <a:spcPts val="200"/>
              </a:spcBef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56606" y="1419750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56606" y="2583736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79F88525-67A0-E9A8-54DD-BDDA7A5E618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288073" y="1419293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D78E9053-3F84-B147-AFC2-7544CC18A45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288073" y="2583279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6" name="Bildplatzhalter 7">
            <a:extLst>
              <a:ext uri="{FF2B5EF4-FFF2-40B4-BE49-F238E27FC236}">
                <a16:creationId xmlns:a16="http://schemas.microsoft.com/office/drawing/2014/main" id="{F4A18045-DA12-8B3A-AF6F-49EC4F119E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672382" y="1408221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AFFA6C0B-4AF5-36E3-998A-2DA6AC05A1C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672382" y="257220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2" name="Bildplatzhalter 7">
            <a:extLst>
              <a:ext uri="{FF2B5EF4-FFF2-40B4-BE49-F238E27FC236}">
                <a16:creationId xmlns:a16="http://schemas.microsoft.com/office/drawing/2014/main" id="{338BA4BE-712A-4866-A99F-1D6E37A5068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073929" y="1397646"/>
            <a:ext cx="1188000" cy="100624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5" name="Textplatzhalter 19">
            <a:extLst>
              <a:ext uri="{FF2B5EF4-FFF2-40B4-BE49-F238E27FC236}">
                <a16:creationId xmlns:a16="http://schemas.microsoft.com/office/drawing/2014/main" id="{3C182C37-F8DB-51EF-ADCF-2CE365C447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090218" y="2410129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1" name="Bildplatzhalter 7">
            <a:extLst>
              <a:ext uri="{FF2B5EF4-FFF2-40B4-BE49-F238E27FC236}">
                <a16:creationId xmlns:a16="http://schemas.microsoft.com/office/drawing/2014/main" id="{139B51C1-D308-1BE2-80CE-72F78E71027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528182" y="1298911"/>
            <a:ext cx="1188000" cy="1152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2" name="Textplatzhalter 19">
            <a:extLst>
              <a:ext uri="{FF2B5EF4-FFF2-40B4-BE49-F238E27FC236}">
                <a16:creationId xmlns:a16="http://schemas.microsoft.com/office/drawing/2014/main" id="{E3C6DB8B-E99B-CA32-2D04-0F8F658FE58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528182" y="246289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7" name="Bildplatzhalter 7">
            <a:extLst>
              <a:ext uri="{FF2B5EF4-FFF2-40B4-BE49-F238E27FC236}">
                <a16:creationId xmlns:a16="http://schemas.microsoft.com/office/drawing/2014/main" id="{1AF9FDCD-E243-B8FE-E171-D6840DA06B5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803561" y="2751994"/>
            <a:ext cx="1188000" cy="100624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9">
            <a:extLst>
              <a:ext uri="{FF2B5EF4-FFF2-40B4-BE49-F238E27FC236}">
                <a16:creationId xmlns:a16="http://schemas.microsoft.com/office/drawing/2014/main" id="{30414DDC-C676-8274-AA0C-EC191592FF2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814099" y="3764477"/>
            <a:ext cx="1188000" cy="88408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90000" tIns="108000" rIns="36000"/>
          <a:lstStyle>
            <a:lvl1pPr>
              <a:spcBef>
                <a:spcPts val="0"/>
              </a:spcBef>
              <a:defRPr sz="900"/>
            </a:lvl1pPr>
            <a:lvl2pPr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8A8A61DB-5AC3-4AD6-0E0A-4161CAB8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9D74D80-07C8-ED3A-4B12-A89523CE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42117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7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4"/>
          <p:cNvSpPr/>
          <p:nvPr userDrawn="1"/>
        </p:nvSpPr>
        <p:spPr>
          <a:xfrm>
            <a:off x="655199" y="3214637"/>
            <a:ext cx="8490591" cy="1929764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5861488" cy="1276350"/>
          </a:xfrm>
        </p:spPr>
        <p:txBody>
          <a:bodyPr rIns="0"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/>
          </p:nvPr>
        </p:nvSpPr>
        <p:spPr>
          <a:xfrm>
            <a:off x="974836" y="1989950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/>
          </p:nvPr>
        </p:nvSpPr>
        <p:spPr>
          <a:xfrm>
            <a:off x="974836" y="2939285"/>
            <a:ext cx="972000" cy="476148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/>
          </p:nvPr>
        </p:nvSpPr>
        <p:spPr>
          <a:xfrm>
            <a:off x="2138699" y="2940764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/>
          </p:nvPr>
        </p:nvSpPr>
        <p:spPr>
          <a:xfrm>
            <a:off x="4405755" y="2927792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9"/>
          <p:cNvSpPr>
            <a:spLocks noGrp="1"/>
          </p:cNvSpPr>
          <p:nvPr>
            <p:ph type="body" sz="quarter" idx="29"/>
          </p:nvPr>
        </p:nvSpPr>
        <p:spPr>
          <a:xfrm>
            <a:off x="3299925" y="2939285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7"/>
          <p:cNvSpPr>
            <a:spLocks noGrp="1"/>
          </p:cNvSpPr>
          <p:nvPr>
            <p:ph type="pic" sz="quarter" idx="30"/>
          </p:nvPr>
        </p:nvSpPr>
        <p:spPr>
          <a:xfrm>
            <a:off x="2138699" y="199142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7"/>
          <p:cNvSpPr>
            <a:spLocks noGrp="1"/>
          </p:cNvSpPr>
          <p:nvPr>
            <p:ph type="pic" sz="quarter" idx="31"/>
          </p:nvPr>
        </p:nvSpPr>
        <p:spPr>
          <a:xfrm>
            <a:off x="3299925" y="1989950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7"/>
          <p:cNvSpPr>
            <a:spLocks noGrp="1"/>
          </p:cNvSpPr>
          <p:nvPr>
            <p:ph type="pic" sz="quarter" idx="32"/>
          </p:nvPr>
        </p:nvSpPr>
        <p:spPr>
          <a:xfrm>
            <a:off x="4405755" y="1978457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7">
            <a:extLst>
              <a:ext uri="{FF2B5EF4-FFF2-40B4-BE49-F238E27FC236}">
                <a16:creationId xmlns:a16="http://schemas.microsoft.com/office/drawing/2014/main" id="{8FDE91F1-ED62-D648-1DA2-25F2E73B3B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278078" y="355743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FEF0D6C3-BC1B-1304-568D-C70E4D68C1B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8078" y="4506774"/>
            <a:ext cx="972000" cy="476148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9">
            <a:extLst>
              <a:ext uri="{FF2B5EF4-FFF2-40B4-BE49-F238E27FC236}">
                <a16:creationId xmlns:a16="http://schemas.microsoft.com/office/drawing/2014/main" id="{B2F18A39-74CA-B131-5F46-93E8F6A105A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41941" y="4508253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9">
            <a:extLst>
              <a:ext uri="{FF2B5EF4-FFF2-40B4-BE49-F238E27FC236}">
                <a16:creationId xmlns:a16="http://schemas.microsoft.com/office/drawing/2014/main" id="{9F3B2108-1DC3-EF7C-1D60-16A2BDC221C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708997" y="4495281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85E60E1B-C797-EC63-E39A-D425E1EF6B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603167" y="4506774"/>
            <a:ext cx="972000" cy="475200"/>
          </a:xfrm>
          <a:solidFill>
            <a:schemeClr val="bg1"/>
          </a:solidFill>
        </p:spPr>
        <p:txBody>
          <a:bodyPr lIns="90000" tIns="108000" rIns="36000"/>
          <a:lstStyle>
            <a:lvl1pPr>
              <a:spcBef>
                <a:spcPts val="0"/>
              </a:spcBef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Bildplatzhalter 7">
            <a:extLst>
              <a:ext uri="{FF2B5EF4-FFF2-40B4-BE49-F238E27FC236}">
                <a16:creationId xmlns:a16="http://schemas.microsoft.com/office/drawing/2014/main" id="{15CA1ED0-93DB-CDF5-2155-2B1CEBAC838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441941" y="3558918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2" name="Bildplatzhalter 7">
            <a:extLst>
              <a:ext uri="{FF2B5EF4-FFF2-40B4-BE49-F238E27FC236}">
                <a16:creationId xmlns:a16="http://schemas.microsoft.com/office/drawing/2014/main" id="{6CA445CB-A1A5-8D80-1141-B97E980FE3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603167" y="3557439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3" name="Bildplatzhalter 7">
            <a:extLst>
              <a:ext uri="{FF2B5EF4-FFF2-40B4-BE49-F238E27FC236}">
                <a16:creationId xmlns:a16="http://schemas.microsoft.com/office/drawing/2014/main" id="{5438F7A2-377E-954C-1055-F8AEF9AF5DF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708997" y="3545946"/>
            <a:ext cx="971550" cy="949336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1350102"/>
            <a:ext cx="5868988" cy="573948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D77E7E20-D862-81AD-8FD6-F8644D34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79B00C4-7FDD-7198-A2B1-7D97438E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9160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44400" y="0"/>
            <a:ext cx="8499600" cy="51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4"/>
          </p:nvPr>
        </p:nvSpPr>
        <p:spPr>
          <a:xfrm>
            <a:off x="6242400" y="2159100"/>
            <a:ext cx="2901600" cy="298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3936413" y="1289061"/>
            <a:ext cx="3875675" cy="3309065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88000" rIns="360000"/>
          <a:lstStyle>
            <a:lvl1pPr>
              <a:defRPr sz="2600" b="0"/>
            </a:lvl1pPr>
            <a:lvl2pPr>
              <a:spcBef>
                <a:spcPts val="0"/>
              </a:spcBef>
              <a:spcAft>
                <a:spcPts val="0"/>
              </a:spcAft>
              <a:defRPr sz="1600"/>
            </a:lvl2pPr>
            <a:lvl3pPr marL="0" indent="0">
              <a:buNone/>
              <a:defRPr sz="900"/>
            </a:lvl3pPr>
            <a:lvl4pPr marL="180000" indent="-180000">
              <a:buFont typeface="Arial" panose="020B0604020202020204" pitchFamily="34" charset="0"/>
              <a:buChar char="■"/>
              <a:defRPr sz="9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Grafik 20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61E06C8C-2C9C-2A26-812C-2AB11AE3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2CB119D-A79B-21A9-2B6D-6D6AA3A0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82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434" y="0"/>
            <a:ext cx="8499566" cy="5144401"/>
          </a:xfrm>
          <a:prstGeom prst="rect">
            <a:avLst/>
          </a:prstGeom>
        </p:spPr>
      </p:pic>
      <p:sp>
        <p:nvSpPr>
          <p:cNvPr id="15" name="Inhaltsplatzhalter 2"/>
          <p:cNvSpPr>
            <a:spLocks noGrp="1"/>
          </p:cNvSpPr>
          <p:nvPr>
            <p:ph idx="15"/>
          </p:nvPr>
        </p:nvSpPr>
        <p:spPr>
          <a:xfrm>
            <a:off x="1291348" y="1279337"/>
            <a:ext cx="3875675" cy="3524438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60000" tIns="288000" rIns="360000"/>
          <a:lstStyle>
            <a:lvl1pPr>
              <a:defRPr sz="2600" b="0"/>
            </a:lvl1pPr>
            <a:lvl2pPr>
              <a:spcBef>
                <a:spcPts val="0"/>
              </a:spcBef>
              <a:spcAft>
                <a:spcPts val="0"/>
              </a:spcAft>
              <a:defRPr sz="1600"/>
            </a:lvl2pPr>
            <a:lvl3pPr marL="0" indent="0">
              <a:buNone/>
              <a:defRPr sz="900"/>
            </a:lvl3pPr>
            <a:lvl4pPr marL="180000" indent="-180000">
              <a:buFont typeface="Arial" panose="020B0604020202020204" pitchFamily="34" charset="0"/>
              <a:buChar char="■"/>
              <a:defRPr sz="9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0" name="Gruppieren 9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Grafik 1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D5BC8520-C68F-A492-A92F-6E9178F7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7C55786-DF98-9800-2C43-F442308C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3335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EF747D5-1ADC-A84D-5489-335DC79CD6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6844" y="0"/>
            <a:ext cx="4517156" cy="51435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47700" y="117029"/>
            <a:ext cx="3735087" cy="1215838"/>
          </a:xfrm>
          <a:noFill/>
          <a:ln>
            <a:solidFill>
              <a:schemeClr val="bg1"/>
            </a:solidFill>
          </a:ln>
        </p:spPr>
        <p:txBody>
          <a:bodyPr lIns="324000" tIns="252000"/>
          <a:lstStyle>
            <a:lvl1pPr>
              <a:defRPr sz="2400" b="1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56405" y="1924050"/>
            <a:ext cx="3697881" cy="2879724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1287755"/>
            <a:ext cx="3706586" cy="636295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Textmasterformat </a:t>
            </a:r>
            <a:br>
              <a:rPr lang="de-DE"/>
            </a:br>
            <a:r>
              <a:rPr lang="de-DE"/>
              <a:t>bearbeiten</a:t>
            </a:r>
          </a:p>
        </p:txBody>
      </p:sp>
      <p:grpSp>
        <p:nvGrpSpPr>
          <p:cNvPr id="14" name="Gruppieren 13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Grafik 16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0817145-8776-E9CE-E12C-F73F790D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309F02CF-604A-FD07-90CD-70C183B5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2474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4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8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148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719597" y="2459939"/>
            <a:ext cx="3996000" cy="2397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33857" y="117028"/>
            <a:ext cx="3178231" cy="1372137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33857" y="1462644"/>
            <a:ext cx="3140532" cy="31056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4633857" y="752905"/>
            <a:ext cx="4510143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E2A84B2-EBC8-8507-338A-705CB9DB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F2D18AB-A134-6330-88D8-108A6F40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1608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5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3989794" y="1581188"/>
            <a:ext cx="5155200" cy="356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63460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9" y="1519643"/>
            <a:ext cx="3342096" cy="3291897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8"/>
            <a:ext cx="4600502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E5BF453-68AC-03B9-C305-7E0421A0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D348C6D-BAF9-4DCB-BBD2-D5F275CC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8983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8" y="1899007"/>
            <a:ext cx="365329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1367501"/>
            <a:ext cx="4600502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373799" y="1100385"/>
            <a:ext cx="4435200" cy="3380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1" name="Gruppieren 20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Grafik 22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CE411C0A-5D39-3F1F-6171-0A24075C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6C7A0E9-A0C0-B63A-8194-96E33ED5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1914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691495" y="1686597"/>
            <a:ext cx="3610800" cy="345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8" y="1899007"/>
            <a:ext cx="365329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1367501"/>
            <a:ext cx="4600502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Grafik 22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E947AB2-F3E9-280E-A94D-E4F086C2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F37BFC5-5865-994E-F01C-F7C99D86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583779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9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2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5219699" y="1741913"/>
            <a:ext cx="2923200" cy="28008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Titel 1"/>
          <p:cNvSpPr>
            <a:spLocks noGrp="1"/>
          </p:cNvSpPr>
          <p:nvPr>
            <p:ph type="title"/>
          </p:nvPr>
        </p:nvSpPr>
        <p:spPr>
          <a:xfrm>
            <a:off x="647699" y="360322"/>
            <a:ext cx="5832627" cy="634606"/>
          </a:xfrm>
          <a:noFill/>
          <a:ln>
            <a:noFill/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9"/>
            <a:ext cx="5868988" cy="280152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647698" y="1471750"/>
            <a:ext cx="4043252" cy="67926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Inhaltsplatzhalter 7"/>
          <p:cNvSpPr>
            <a:spLocks noGrp="1"/>
          </p:cNvSpPr>
          <p:nvPr>
            <p:ph sz="quarter" idx="18"/>
          </p:nvPr>
        </p:nvSpPr>
        <p:spPr>
          <a:xfrm>
            <a:off x="972001" y="2272551"/>
            <a:ext cx="1943100" cy="2538990"/>
          </a:xfrm>
        </p:spPr>
        <p:txBody>
          <a:bodyPr l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6" name="Inhaltsplatzhalter 7"/>
          <p:cNvSpPr>
            <a:spLocks noGrp="1"/>
          </p:cNvSpPr>
          <p:nvPr>
            <p:ph sz="quarter" idx="19"/>
          </p:nvPr>
        </p:nvSpPr>
        <p:spPr>
          <a:xfrm>
            <a:off x="3276600" y="2272551"/>
            <a:ext cx="1943100" cy="2538990"/>
          </a:xfrm>
        </p:spPr>
        <p:txBody>
          <a:bodyPr lIns="0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7" name="Gruppieren 16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2D5625AC-35B9-2D1C-E416-4CC068F9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1175A95-9755-0C34-58FA-A6F080C7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3984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2" y="0"/>
            <a:ext cx="2612567" cy="5144401"/>
          </a:xfrm>
          <a:prstGeom prst="rect">
            <a:avLst/>
          </a:prstGeom>
        </p:spPr>
      </p:pic>
      <p:sp>
        <p:nvSpPr>
          <p:cNvPr id="17" name="object 5"/>
          <p:cNvSpPr/>
          <p:nvPr userDrawn="1"/>
        </p:nvSpPr>
        <p:spPr>
          <a:xfrm>
            <a:off x="6530974" y="0"/>
            <a:ext cx="2613025" cy="514477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6"/>
          </p:nvPr>
        </p:nvSpPr>
        <p:spPr>
          <a:xfrm>
            <a:off x="4379441" y="1851215"/>
            <a:ext cx="4766400" cy="3294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50" y="360322"/>
            <a:ext cx="4248150" cy="90741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71550" y="1899007"/>
            <a:ext cx="3575766" cy="2912533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971550" y="1367501"/>
            <a:ext cx="4192683" cy="260559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23" name="Gruppieren 22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Grafik 24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EEAA65C8-2BA4-C76F-D43E-7604CA2A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E0A1DE5-B9B1-2B67-DED4-2D511D07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016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4"/>
          <p:cNvGrpSpPr/>
          <p:nvPr userDrawn="1"/>
        </p:nvGrpSpPr>
        <p:grpSpPr>
          <a:xfrm>
            <a:off x="4136351" y="0"/>
            <a:ext cx="5007648" cy="5144401"/>
            <a:chOff x="4136351" y="0"/>
            <a:chExt cx="5007648" cy="5144401"/>
          </a:xfrm>
        </p:grpSpPr>
        <p:pic>
          <p:nvPicPr>
            <p:cNvPr id="22" name="object 5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26596" y="0"/>
              <a:ext cx="4217403" cy="5144401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36351" y="1609852"/>
              <a:ext cx="2129129" cy="3534549"/>
            </a:xfrm>
            <a:prstGeom prst="rect">
              <a:avLst/>
            </a:prstGeom>
          </p:spPr>
        </p:pic>
        <p:pic>
          <p:nvPicPr>
            <p:cNvPr id="24" name="object 7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48210" y="1312202"/>
              <a:ext cx="1821599" cy="3832199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7700" y="360322"/>
            <a:ext cx="4572000" cy="634606"/>
          </a:xfrm>
          <a:noFill/>
          <a:ln>
            <a:solidFill>
              <a:schemeClr val="bg1"/>
            </a:solidFill>
          </a:ln>
        </p:spPr>
        <p:txBody>
          <a:bodyPr lIns="360000" tIns="25200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7699" y="1519643"/>
            <a:ext cx="3342096" cy="3291897"/>
          </a:xfrm>
        </p:spPr>
        <p:txBody>
          <a:bodyPr rIns="0"/>
          <a:lstStyle>
            <a:lvl1pPr>
              <a:defRPr/>
            </a:lvl1pPr>
            <a:lvl2pPr>
              <a:defRPr/>
            </a:lvl2pPr>
            <a:lvl3pPr marL="0" indent="0">
              <a:spcBef>
                <a:spcPts val="2000"/>
              </a:spcBef>
              <a:buNone/>
              <a:defRPr sz="1200" b="1"/>
            </a:lvl3pPr>
            <a:lvl4pPr marL="180000" indent="-180000">
              <a:spcBef>
                <a:spcPts val="700"/>
              </a:spcBef>
              <a:buFont typeface="Arial" panose="020B0604020202020204" pitchFamily="34" charset="0"/>
              <a:buChar char="■"/>
              <a:defRPr b="1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700" y="996198"/>
            <a:ext cx="4600502" cy="523445"/>
          </a:xfrm>
        </p:spPr>
        <p:txBody>
          <a:bodyPr lIns="360000"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31" name="Gruppieren 30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Grafik 32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17A054C-FACA-9A36-9755-85840BBE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61BB2B2-7D7D-353B-FE6A-15EB988D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4835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ject 4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8" y="0"/>
            <a:ext cx="8492400" cy="5144400"/>
          </a:xfrm>
          <a:prstGeom prst="rect">
            <a:avLst/>
          </a:prstGeom>
        </p:spPr>
      </p:pic>
      <p:sp>
        <p:nvSpPr>
          <p:cNvPr id="27" name="object 5"/>
          <p:cNvSpPr/>
          <p:nvPr userDrawn="1"/>
        </p:nvSpPr>
        <p:spPr>
          <a:xfrm>
            <a:off x="653148" y="0"/>
            <a:ext cx="8492400" cy="5144400"/>
          </a:xfrm>
          <a:custGeom>
            <a:avLst/>
            <a:gdLst/>
            <a:ahLst/>
            <a:cxnLst/>
            <a:rect l="l" t="t" r="r" b="b"/>
            <a:pathLst>
              <a:path w="2613025" h="5144770">
                <a:moveTo>
                  <a:pt x="2612567" y="0"/>
                </a:moveTo>
                <a:lnTo>
                  <a:pt x="0" y="0"/>
                </a:lnTo>
                <a:lnTo>
                  <a:pt x="0" y="5144389"/>
                </a:lnTo>
                <a:lnTo>
                  <a:pt x="2612567" y="5144389"/>
                </a:lnTo>
                <a:lnTo>
                  <a:pt x="2612567" y="0"/>
                </a:lnTo>
                <a:close/>
              </a:path>
            </a:pathLst>
          </a:custGeom>
          <a:solidFill>
            <a:srgbClr val="25438D">
              <a:alpha val="8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Titel 1"/>
          <p:cNvSpPr>
            <a:spLocks noGrp="1"/>
          </p:cNvSpPr>
          <p:nvPr>
            <p:ph type="title"/>
          </p:nvPr>
        </p:nvSpPr>
        <p:spPr>
          <a:xfrm>
            <a:off x="647699" y="360322"/>
            <a:ext cx="5832627" cy="634606"/>
          </a:xfrm>
          <a:noFill/>
          <a:ln>
            <a:noFill/>
          </a:ln>
        </p:spPr>
        <p:txBody>
          <a:bodyPr lIns="360000" tIns="25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647699" y="1240045"/>
            <a:ext cx="3184072" cy="2670103"/>
          </a:xfrm>
        </p:spPr>
        <p:txBody>
          <a:bodyPr lIns="360000"/>
          <a:lstStyle>
            <a:lvl1pPr>
              <a:lnSpc>
                <a:spcPct val="114000"/>
              </a:lnSpc>
              <a:defRPr sz="1200" b="0" baseline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 b="1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7"/>
          <p:cNvSpPr>
            <a:spLocks noGrp="1"/>
          </p:cNvSpPr>
          <p:nvPr>
            <p:ph sz="quarter" idx="19"/>
          </p:nvPr>
        </p:nvSpPr>
        <p:spPr>
          <a:xfrm>
            <a:off x="4771072" y="1216199"/>
            <a:ext cx="1943100" cy="253899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spcBef>
                <a:spcPts val="1500"/>
              </a:spcBef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21" name="object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192" y="3859571"/>
            <a:ext cx="1189266" cy="825255"/>
          </a:xfrm>
          <a:prstGeom prst="rect">
            <a:avLst/>
          </a:prstGeom>
        </p:spPr>
      </p:pic>
      <p:grpSp>
        <p:nvGrpSpPr>
          <p:cNvPr id="16" name="Gruppieren 15"/>
          <p:cNvGrpSpPr>
            <a:grpSpLocks noChangeAspect="1"/>
          </p:cNvGrpSpPr>
          <p:nvPr userDrawn="1"/>
        </p:nvGrpSpPr>
        <p:grpSpPr>
          <a:xfrm>
            <a:off x="8486305" y="0"/>
            <a:ext cx="657695" cy="630000"/>
            <a:chOff x="7812088" y="0"/>
            <a:chExt cx="1332458" cy="1276350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67C61CDE-5E37-4DD4-8207-D01362015D3E}"/>
                </a:ext>
              </a:extLst>
            </p:cNvPr>
            <p:cNvSpPr/>
            <p:nvPr/>
          </p:nvSpPr>
          <p:spPr>
            <a:xfrm>
              <a:off x="7812088" y="0"/>
              <a:ext cx="1332458" cy="12763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4000" y="162000"/>
              <a:ext cx="1008000" cy="1008000"/>
            </a:xfrm>
            <a:prstGeom prst="rect">
              <a:avLst/>
            </a:prstGeom>
          </p:spPr>
        </p:pic>
      </p:grpSp>
      <p:sp>
        <p:nvSpPr>
          <p:cNvPr id="18" name="Rechteck 17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6E35FF-3D02-7262-7CB7-CA8407BA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331BFD-745B-9896-0320-DA380EAA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7328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7796249C-4A66-E2DB-B02A-DF85FBDB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B4DB992-3308-C261-7B61-7C78BFAE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463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für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75974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C46DFEA-CA77-0A37-D0EE-CF3AB2BD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57221AD-EA48-F292-CA5C-21135AA5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6795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für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75974" y="1283717"/>
            <a:ext cx="6188414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369596"/>
          </a:xfrm>
        </p:spPr>
        <p:txBody>
          <a:bodyPr/>
          <a:lstStyle>
            <a:lvl1pPr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5820FC7-B898-0C8D-FAF6-EEC06B5C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75AB8C1-2575-6C09-DF08-4E140361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7847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Nummeri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1460310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 marL="180000" indent="-180000">
              <a:buFont typeface="+mj-lt"/>
              <a:buAutoNum type="arabicPeriod"/>
              <a:defRPr sz="1100" b="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540000">
              <a:spcBef>
                <a:spcPts val="0"/>
              </a:spcBef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555264C-BBF2-E3B4-246D-A1E26B3B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403D53E-CDE9-CA60-D6A0-CA0A11E0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5221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57322" y="0"/>
            <a:ext cx="7165129" cy="906754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657322" y="1685499"/>
            <a:ext cx="7138800" cy="3117600"/>
          </a:xfrm>
        </p:spPr>
        <p:txBody>
          <a:bodyPr/>
          <a:lstStyle>
            <a:lvl1pPr>
              <a:defRPr sz="1100"/>
            </a:lvl1pPr>
            <a:lvl2pPr marL="180000" indent="-180000">
              <a:spcBef>
                <a:spcPts val="1800"/>
              </a:spcBef>
              <a:buFont typeface="Arial" panose="020B0604020202020204" pitchFamily="34" charset="0"/>
              <a:buChar char="■"/>
              <a:defRPr sz="1100"/>
            </a:lvl2pPr>
            <a:lvl3pPr marL="360000" indent="-180000">
              <a:spcBef>
                <a:spcPts val="1200"/>
              </a:spcBef>
              <a:buFont typeface="Wingdings" panose="05000000000000000000" pitchFamily="2" charset="2"/>
              <a:buChar char="§"/>
              <a:defRPr sz="1100"/>
            </a:lvl3pPr>
            <a:lvl4pPr marL="540000" indent="-180000"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 marL="180000" indent="-180000">
              <a:spcBef>
                <a:spcPts val="4800"/>
              </a:spcBef>
              <a:buFont typeface="Wingdings" panose="05000000000000000000" pitchFamily="2" charset="2"/>
              <a:buChar char=""/>
              <a:defRPr sz="1100" b="1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47700" y="906754"/>
            <a:ext cx="7164388" cy="7540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60C2821-9C35-E22F-51B1-B91420ED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10495" y="2548409"/>
            <a:ext cx="3086100" cy="273844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E2BD832-1E40-3EAB-BC03-42C06DC8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>
            <a:lvl1pPr>
              <a:defRPr b="0"/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7714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53295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200" y="0"/>
            <a:ext cx="6905660" cy="989859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03B-13E3-4E78-B990-B655E5BE0D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03199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651600" y="0"/>
            <a:ext cx="8492400" cy="51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object 4"/>
          <p:cNvSpPr/>
          <p:nvPr userDrawn="1"/>
        </p:nvSpPr>
        <p:spPr>
          <a:xfrm>
            <a:off x="651600" y="0"/>
            <a:ext cx="8492400" cy="5146208"/>
          </a:xfrm>
          <a:custGeom>
            <a:avLst/>
            <a:gdLst/>
            <a:ahLst/>
            <a:cxnLst/>
            <a:rect l="l" t="t" r="r" b="b"/>
            <a:pathLst>
              <a:path w="8491220" h="1929764">
                <a:moveTo>
                  <a:pt x="0" y="1929155"/>
                </a:moveTo>
                <a:lnTo>
                  <a:pt x="8490851" y="1929155"/>
                </a:lnTo>
                <a:lnTo>
                  <a:pt x="8490851" y="0"/>
                </a:lnTo>
                <a:lnTo>
                  <a:pt x="0" y="0"/>
                </a:lnTo>
                <a:lnTo>
                  <a:pt x="0" y="1929155"/>
                </a:lnTo>
                <a:close/>
              </a:path>
            </a:pathLst>
          </a:custGeom>
          <a:solidFill>
            <a:srgbClr val="25438D">
              <a:alpha val="698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47372" y="185793"/>
            <a:ext cx="5389699" cy="98985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03B-13E3-4E78-B990-B655E5BE0DB1}" type="slidenum">
              <a:rPr lang="de-DE" smtClean="0"/>
              <a:pPr/>
              <a:t>‹Nr.›</a:t>
            </a:fld>
            <a:r>
              <a:rPr lang="de-DE"/>
              <a:t> 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3"/>
          </p:nvPr>
        </p:nvSpPr>
        <p:spPr>
          <a:xfrm>
            <a:off x="1331684" y="1384751"/>
            <a:ext cx="5005388" cy="3419024"/>
          </a:xfrm>
        </p:spPr>
        <p:txBody>
          <a:bodyPr/>
          <a:lstStyle>
            <a:lvl1pPr>
              <a:spcBef>
                <a:spcPts val="700"/>
              </a:spcBef>
              <a:defRPr sz="14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1494676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 mi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9C976-FAC0-4B3E-A4D6-4D0AEE9AE7BF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63211" y="4812378"/>
            <a:ext cx="6012668" cy="135000"/>
          </a:xfrm>
          <a:prstGeom prst="rect">
            <a:avLst/>
          </a:prstGeom>
        </p:spPr>
        <p:txBody>
          <a:bodyPr vert="horz" lIns="0" tIns="45719" rIns="36000" bIns="45719" rtlCol="0" anchor="t" anchorCtr="0"/>
          <a:lstStyle>
            <a:lvl1pPr algn="l">
              <a:defRPr sz="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387147" y="4812507"/>
            <a:ext cx="576000" cy="135731"/>
          </a:xfrm>
          <a:prstGeom prst="rect">
            <a:avLst/>
          </a:prstGeom>
        </p:spPr>
        <p:txBody>
          <a:bodyPr vert="horz" lIns="36000" tIns="45719" rIns="0" bIns="45719" rtlCol="0" anchor="t" anchorCtr="0"/>
          <a:lstStyle>
            <a:lvl1pPr>
              <a:defRPr lang="de-DE" sz="6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5" name="Inhaltsplatzhalter 2"/>
          <p:cNvSpPr>
            <a:spLocks noGrp="1"/>
          </p:cNvSpPr>
          <p:nvPr>
            <p:ph idx="13"/>
          </p:nvPr>
        </p:nvSpPr>
        <p:spPr>
          <a:xfrm>
            <a:off x="317495" y="1404260"/>
            <a:ext cx="8349804" cy="3261122"/>
          </a:xfrm>
        </p:spPr>
        <p:txBody>
          <a:bodyPr/>
          <a:lstStyle>
            <a:lvl2pPr marL="432000" indent="-162000">
              <a:buFont typeface="Symbol" panose="05050102010706020507" pitchFamily="18" charset="2"/>
              <a:buChar char="-"/>
              <a:defRPr/>
            </a:lvl2pPr>
            <a:lvl3pPr marL="864000" indent="-162000">
              <a:buFont typeface="Symbol" panose="05050102010706020507" pitchFamily="18" charset="2"/>
              <a:buChar char="-"/>
              <a:defRPr/>
            </a:lvl3pPr>
            <a:lvl4pPr marL="864000" indent="-162000">
              <a:buFont typeface="Symbol" panose="05050102010706020507" pitchFamily="18" charset="2"/>
              <a:buChar char="-"/>
              <a:defRPr/>
            </a:lvl4pPr>
            <a:lvl5pPr marL="864000" indent="-162000">
              <a:buFont typeface="Symbol" panose="05050102010706020507" pitchFamily="18" charset="2"/>
              <a:buChar char="-"/>
              <a:defRPr/>
            </a:lvl5pPr>
            <a:lvl6pPr marL="1714500" indent="0">
              <a:buNone/>
              <a:defRPr/>
            </a:lvl6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23528" y="438534"/>
            <a:ext cx="6840000" cy="189000"/>
          </a:xfrm>
          <a:prstGeom prst="rect">
            <a:avLst/>
          </a:prstGeom>
        </p:spPr>
        <p:txBody>
          <a:bodyPr vert="horz" lIns="91438" tIns="0" rIns="91438" bIns="0" rtlCol="0" anchor="t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23527" y="633847"/>
            <a:ext cx="6840000" cy="189000"/>
          </a:xfrm>
        </p:spPr>
        <p:txBody>
          <a:bodyPr vert="horz" lIns="91438" tIns="0" rIns="91438" bIns="0" rtlCol="0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de-DE" b="0" baseline="0" dirty="0"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sz="1200" b="0"/>
              <a:t>Das ist der Untertitel ohne die Einstellung Fett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69410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4.xml"/><Relationship Id="rId34" Type="http://schemas.openxmlformats.org/officeDocument/2006/relationships/slideLayout" Target="../slideLayouts/slideLayout77.xml"/><Relationship Id="rId42" Type="http://schemas.openxmlformats.org/officeDocument/2006/relationships/image" Target="../media/image25.emf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2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75.xml"/><Relationship Id="rId37" Type="http://schemas.openxmlformats.org/officeDocument/2006/relationships/slideLayout" Target="../slideLayouts/slideLayout80.xml"/><Relationship Id="rId40" Type="http://schemas.openxmlformats.org/officeDocument/2006/relationships/tags" Target="../tags/tag1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36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74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Relationship Id="rId35" Type="http://schemas.openxmlformats.org/officeDocument/2006/relationships/slideLayout" Target="../slideLayouts/slideLayout78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slideLayout" Target="../slideLayouts/slideLayout76.xml"/><Relationship Id="rId38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56405" y="647352"/>
            <a:ext cx="3924300" cy="989859"/>
          </a:xfrm>
          <a:prstGeom prst="rect">
            <a:avLst/>
          </a:prstGeom>
        </p:spPr>
        <p:txBody>
          <a:bodyPr vert="horz" lIns="324000" tIns="594000" rIns="91440" bIns="45720" rtlCol="0" anchor="t" anchorCtr="0">
            <a:noAutofit/>
          </a:bodyPr>
          <a:lstStyle/>
          <a:p>
            <a:r>
              <a:rPr lang="de-DE"/>
              <a:t>Titel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2536" y="1854926"/>
            <a:ext cx="3915595" cy="2624999"/>
          </a:xfrm>
          <a:prstGeom prst="rect">
            <a:avLst/>
          </a:prstGeom>
        </p:spPr>
        <p:txBody>
          <a:bodyPr vert="horz" lIns="324000" tIns="0" rIns="91440" bIns="4572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 rot="16200000">
            <a:off x="-613900" y="312644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16200000">
            <a:off x="-1296126" y="26120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2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00" y="4494045"/>
            <a:ext cx="647700" cy="630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2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r>
              <a:rPr lang="de-DE"/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EA7CCE6-9580-4CA5-9D3A-C68DF64DF4D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22080" y="171108"/>
            <a:ext cx="1321920" cy="934135"/>
          </a:xfrm>
          <a:prstGeom prst="rect">
            <a:avLst/>
          </a:prstGeom>
        </p:spPr>
      </p:pic>
      <p:cxnSp>
        <p:nvCxnSpPr>
          <p:cNvPr id="16" name="Gerade Verbindung 4">
            <a:extLst>
              <a:ext uri="{FF2B5EF4-FFF2-40B4-BE49-F238E27FC236}">
                <a16:creationId xmlns:a16="http://schemas.microsoft.com/office/drawing/2014/main" id="{126D2E13-F417-2CD8-1A03-58DC4476856C}"/>
              </a:ext>
            </a:extLst>
          </p:cNvPr>
          <p:cNvCxnSpPr>
            <a:cxnSpLocks/>
          </p:cNvCxnSpPr>
          <p:nvPr userDrawn="1"/>
        </p:nvCxnSpPr>
        <p:spPr>
          <a:xfrm>
            <a:off x="9622" y="4479925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8495807" y="0"/>
            <a:ext cx="648193" cy="630000"/>
            <a:chOff x="7164388" y="0"/>
            <a:chExt cx="1979612" cy="192405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714BEC3D-1CB9-9741-8C4F-BAC900E4FCC4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1222F39C-55AC-4F4A-97E3-92F9D82D97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97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86" r:id="rId4"/>
    <p:sldLayoutId id="2147483687" r:id="rId5"/>
    <p:sldLayoutId id="2147483688" r:id="rId6"/>
    <p:sldLayoutId id="2147483684" r:id="rId7"/>
    <p:sldLayoutId id="2147483661" r:id="rId8"/>
    <p:sldLayoutId id="2147483660" r:id="rId9"/>
    <p:sldLayoutId id="2147483662" r:id="rId10"/>
    <p:sldLayoutId id="2147483663" r:id="rId11"/>
    <p:sldLayoutId id="2147483676" r:id="rId12"/>
    <p:sldLayoutId id="2147483675" r:id="rId13"/>
    <p:sldLayoutId id="2147483679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7" r:id="rId26"/>
    <p:sldLayoutId id="2147483655" r:id="rId27"/>
    <p:sldLayoutId id="2147483678" r:id="rId28"/>
    <p:sldLayoutId id="2147483682" r:id="rId29"/>
    <p:sldLayoutId id="2147483683" r:id="rId30"/>
    <p:sldLayoutId id="2147483680" r:id="rId31"/>
    <p:sldLayoutId id="2147483681" r:id="rId3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b="1" kern="1200" spc="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2pPr>
      <a:lvl3pPr marL="180000" indent="-180000" algn="l" defTabSz="6858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■"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3pPr>
      <a:lvl4pPr marL="18000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4pPr>
      <a:lvl5pPr marL="18000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408" userDrawn="1">
          <p15:clr>
            <a:srgbClr val="F26B43"/>
          </p15:clr>
        </p15:guide>
        <p15:guide id="3" pos="816" userDrawn="1">
          <p15:clr>
            <a:srgbClr val="F26B43"/>
          </p15:clr>
        </p15:guide>
        <p15:guide id="4" pos="612" userDrawn="1">
          <p15:clr>
            <a:srgbClr val="F26B43"/>
          </p15:clr>
        </p15:guide>
        <p15:guide id="5" pos="1224" userDrawn="1">
          <p15:clr>
            <a:srgbClr val="F26B43"/>
          </p15:clr>
        </p15:guide>
        <p15:guide id="6" pos="1633" userDrawn="1">
          <p15:clr>
            <a:srgbClr val="F26B43"/>
          </p15:clr>
        </p15:guide>
        <p15:guide id="7" pos="2064" userDrawn="1">
          <p15:clr>
            <a:srgbClr val="F26B43"/>
          </p15:clr>
        </p15:guide>
        <p15:guide id="8" pos="2472" userDrawn="1">
          <p15:clr>
            <a:srgbClr val="F26B43"/>
          </p15:clr>
        </p15:guide>
        <p15:guide id="9" pos="2880" userDrawn="1">
          <p15:clr>
            <a:srgbClr val="F26B43"/>
          </p15:clr>
        </p15:guide>
        <p15:guide id="10" pos="3288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4105" userDrawn="1">
          <p15:clr>
            <a:srgbClr val="F26B43"/>
          </p15:clr>
        </p15:guide>
        <p15:guide id="13" pos="4513" userDrawn="1">
          <p15:clr>
            <a:srgbClr val="F26B43"/>
          </p15:clr>
        </p15:guide>
        <p15:guide id="14" pos="4921" userDrawn="1">
          <p15:clr>
            <a:srgbClr val="F26B43"/>
          </p15:clr>
        </p15:guide>
        <p15:guide id="15" pos="5352" userDrawn="1">
          <p15:clr>
            <a:srgbClr val="F26B43"/>
          </p15:clr>
        </p15:guide>
        <p15:guide id="16" orient="horz" pos="395" userDrawn="1">
          <p15:clr>
            <a:srgbClr val="F26B43"/>
          </p15:clr>
        </p15:guide>
        <p15:guide id="17" orient="horz" pos="804" userDrawn="1">
          <p15:clr>
            <a:srgbClr val="F26B43"/>
          </p15:clr>
        </p15:guide>
        <p15:guide id="18" orient="horz" pos="1212" userDrawn="1">
          <p15:clr>
            <a:srgbClr val="F26B43"/>
          </p15:clr>
        </p15:guide>
        <p15:guide id="19" orient="horz" pos="2028" userDrawn="1">
          <p15:clr>
            <a:srgbClr val="F26B43"/>
          </p15:clr>
        </p15:guide>
        <p15:guide id="20" orient="horz" pos="2414" userDrawn="1">
          <p15:clr>
            <a:srgbClr val="F26B43"/>
          </p15:clr>
        </p15:guide>
        <p15:guide id="21" orient="horz" pos="2822" userDrawn="1">
          <p15:clr>
            <a:srgbClr val="F26B43"/>
          </p15:clr>
        </p15:guide>
        <p15:guide id="22" orient="horz" pos="302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2100CD-B975-4094-99C1-4E002A33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924F73-C4C5-4817-BCAA-9BBEAD5C8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F09504-51AF-43E7-AA29-253642D85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D81FFE-EAE7-4CFB-ACC9-403B96215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05DA93-FDBC-4873-931A-A561AC1BA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830AC-F4C5-4F32-8A41-38DAAEA98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57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CD66A8-7AF8-1F04-04BE-0F06F252D9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35258637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1" imgW="7772400" imgH="10058400" progId="TCLayout.ActiveDocument.1">
                  <p:embed/>
                </p:oleObj>
              </mc:Choice>
              <mc:Fallback>
                <p:oleObj name="think-cell Folie" r:id="rId41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CD66A8-7AF8-1F04-04BE-0F06F252D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56405" y="647352"/>
            <a:ext cx="3924300" cy="989859"/>
          </a:xfrm>
          <a:prstGeom prst="rect">
            <a:avLst/>
          </a:prstGeom>
        </p:spPr>
        <p:txBody>
          <a:bodyPr vert="horz" lIns="324000" tIns="594000" rIns="91440" bIns="45720" rtlCol="0" anchor="t" anchorCtr="0">
            <a:noAutofit/>
          </a:bodyPr>
          <a:lstStyle/>
          <a:p>
            <a:r>
              <a:rPr lang="de-DE"/>
              <a:t>Titel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2536" y="1854926"/>
            <a:ext cx="3915595" cy="2624999"/>
          </a:xfrm>
          <a:prstGeom prst="rect">
            <a:avLst/>
          </a:prstGeom>
        </p:spPr>
        <p:txBody>
          <a:bodyPr vert="horz" lIns="324000" tIns="0" rIns="91440" bIns="4572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 rot="16200000">
            <a:off x="-613900" y="312644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16200000">
            <a:off x="-1296126" y="26120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2"/>
                </a:solidFill>
              </a:defRPr>
            </a:lvl1pPr>
          </a:lstStyle>
          <a:p>
            <a:r>
              <a:rPr lang="de-DE"/>
              <a:t>FES GmbH – Digitale Services &amp; Produkte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00" y="4494045"/>
            <a:ext cx="647700" cy="630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2"/>
                </a:solidFill>
              </a:defRPr>
            </a:lvl1pPr>
          </a:lstStyle>
          <a:p>
            <a:fld id="{3275703B-13E3-4E78-B990-B655E5BE0DB1}" type="slidenum">
              <a:rPr lang="de-DE" smtClean="0"/>
              <a:pPr/>
              <a:t>‹Nr.›</a:t>
            </a:fld>
            <a:r>
              <a:rPr lang="de-DE"/>
              <a:t> </a:t>
            </a:r>
          </a:p>
        </p:txBody>
      </p:sp>
      <p:cxnSp>
        <p:nvCxnSpPr>
          <p:cNvPr id="16" name="Gerade Verbindung 4">
            <a:extLst>
              <a:ext uri="{FF2B5EF4-FFF2-40B4-BE49-F238E27FC236}">
                <a16:creationId xmlns:a16="http://schemas.microsoft.com/office/drawing/2014/main" id="{126D2E13-F417-2CD8-1A03-58DC4476856C}"/>
              </a:ext>
            </a:extLst>
          </p:cNvPr>
          <p:cNvCxnSpPr>
            <a:cxnSpLocks/>
          </p:cNvCxnSpPr>
          <p:nvPr userDrawn="1"/>
        </p:nvCxnSpPr>
        <p:spPr>
          <a:xfrm>
            <a:off x="9622" y="4479925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8495807" y="0"/>
            <a:ext cx="648193" cy="630000"/>
            <a:chOff x="7164388" y="0"/>
            <a:chExt cx="1979612" cy="192405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714BEC3D-1CB9-9741-8C4F-BAC900E4FCC4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1222F39C-55AC-4F4A-97E3-92F9D82D97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1285E47A-8CB7-65FA-CD74-02B2B9AD6019}"/>
              </a:ext>
            </a:extLst>
          </p:cNvPr>
          <p:cNvSpPr/>
          <p:nvPr userDrawn="1"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7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b="1" kern="1200" spc="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2pPr>
      <a:lvl3pPr marL="180000" indent="-180000" algn="l" defTabSz="6858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■"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3pPr>
      <a:lvl4pPr marL="18000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4pPr>
      <a:lvl5pPr marL="180000" indent="0" algn="l" defTabSz="6858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900" kern="1200" spc="0" baseline="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408">
          <p15:clr>
            <a:srgbClr val="F26B43"/>
          </p15:clr>
        </p15:guide>
        <p15:guide id="3" pos="816">
          <p15:clr>
            <a:srgbClr val="F26B43"/>
          </p15:clr>
        </p15:guide>
        <p15:guide id="4" pos="612">
          <p15:clr>
            <a:srgbClr val="F26B43"/>
          </p15:clr>
        </p15:guide>
        <p15:guide id="5" pos="1224">
          <p15:clr>
            <a:srgbClr val="F26B43"/>
          </p15:clr>
        </p15:guide>
        <p15:guide id="6" pos="1633">
          <p15:clr>
            <a:srgbClr val="F26B43"/>
          </p15:clr>
        </p15:guide>
        <p15:guide id="7" pos="2064">
          <p15:clr>
            <a:srgbClr val="F26B43"/>
          </p15:clr>
        </p15:guide>
        <p15:guide id="8" pos="2472">
          <p15:clr>
            <a:srgbClr val="F26B43"/>
          </p15:clr>
        </p15:guide>
        <p15:guide id="9" pos="2880">
          <p15:clr>
            <a:srgbClr val="F26B43"/>
          </p15:clr>
        </p15:guide>
        <p15:guide id="10" pos="3288">
          <p15:clr>
            <a:srgbClr val="F26B43"/>
          </p15:clr>
        </p15:guide>
        <p15:guide id="11" pos="3696">
          <p15:clr>
            <a:srgbClr val="F26B43"/>
          </p15:clr>
        </p15:guide>
        <p15:guide id="12" pos="4105">
          <p15:clr>
            <a:srgbClr val="F26B43"/>
          </p15:clr>
        </p15:guide>
        <p15:guide id="13" pos="4513">
          <p15:clr>
            <a:srgbClr val="F26B43"/>
          </p15:clr>
        </p15:guide>
        <p15:guide id="14" pos="4921">
          <p15:clr>
            <a:srgbClr val="F26B43"/>
          </p15:clr>
        </p15:guide>
        <p15:guide id="15" pos="5352">
          <p15:clr>
            <a:srgbClr val="F26B43"/>
          </p15:clr>
        </p15:guide>
        <p15:guide id="16" orient="horz" pos="395">
          <p15:clr>
            <a:srgbClr val="F26B43"/>
          </p15:clr>
        </p15:guide>
        <p15:guide id="17" orient="horz" pos="804">
          <p15:clr>
            <a:srgbClr val="F26B43"/>
          </p15:clr>
        </p15:guide>
        <p15:guide id="18" orient="horz" pos="1212">
          <p15:clr>
            <a:srgbClr val="F26B43"/>
          </p15:clr>
        </p15:guide>
        <p15:guide id="19" orient="horz" pos="2028">
          <p15:clr>
            <a:srgbClr val="F26B43"/>
          </p15:clr>
        </p15:guide>
        <p15:guide id="20" orient="horz" pos="2414">
          <p15:clr>
            <a:srgbClr val="F26B43"/>
          </p15:clr>
        </p15:guide>
        <p15:guide id="21" orient="horz" pos="2822">
          <p15:clr>
            <a:srgbClr val="F26B43"/>
          </p15:clr>
        </p15:guide>
        <p15:guide id="22" orient="horz" pos="302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0" Type="http://schemas.openxmlformats.org/officeDocument/2006/relationships/image" Target="../media/image54.emf"/><Relationship Id="rId4" Type="http://schemas.openxmlformats.org/officeDocument/2006/relationships/image" Target="../media/image49.png"/><Relationship Id="rId9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8.jpeg"/><Relationship Id="rId7" Type="http://schemas.openxmlformats.org/officeDocument/2006/relationships/image" Target="../media/image5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svg"/><Relationship Id="rId3" Type="http://schemas.openxmlformats.org/officeDocument/2006/relationships/image" Target="../media/image57.png"/><Relationship Id="rId7" Type="http://schemas.openxmlformats.org/officeDocument/2006/relationships/image" Target="../media/image64.sv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3.sv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6F2C-8859-DA82-B086-54F7C9C9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7471029A-6C86-450C-4893-8B1401BFACC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1"/>
            <a:ext cx="9144000" cy="5143500"/>
          </a:xfr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2FF847B0-299D-084E-AB03-3BD9E91AF65A}"/>
              </a:ext>
            </a:extLst>
          </p:cNvPr>
          <p:cNvSpPr/>
          <p:nvPr/>
        </p:nvSpPr>
        <p:spPr>
          <a:xfrm>
            <a:off x="647700" y="645318"/>
            <a:ext cx="3924000" cy="3689615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701D6B0C-F5B1-EF6A-8206-B97A14929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err="1">
                <a:solidFill>
                  <a:srgbClr val="FFFFFF"/>
                </a:solidFill>
              </a:rPr>
              <a:t>Nachhaltige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Angebote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entdecken</a:t>
            </a:r>
            <a:r>
              <a:rPr lang="en-US">
                <a:solidFill>
                  <a:srgbClr val="FFFFFF"/>
                </a:solidFill>
              </a:rPr>
              <a:t>.</a:t>
            </a:r>
            <a:endParaRPr lang="en-US"/>
          </a:p>
          <a:p>
            <a:r>
              <a:rPr lang="en-US" err="1">
                <a:solidFill>
                  <a:srgbClr val="FFFFFF"/>
                </a:solidFill>
              </a:rPr>
              <a:t>Handeln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ermöglichen</a:t>
            </a:r>
            <a:r>
              <a:rPr lang="en-US">
                <a:solidFill>
                  <a:srgbClr val="FFFFFF"/>
                </a:solidFill>
              </a:rPr>
              <a:t>. </a:t>
            </a:r>
            <a:r>
              <a:rPr lang="en-US" err="1">
                <a:solidFill>
                  <a:srgbClr val="FFFFFF"/>
                </a:solidFill>
              </a:rPr>
              <a:t>Wirkung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sichtbar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machen</a:t>
            </a:r>
            <a:r>
              <a:rPr lang="en-US">
                <a:solidFill>
                  <a:srgbClr val="FFFFFF"/>
                </a:solidFill>
              </a:rPr>
              <a:t>.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C5A0C-5CA3-6F56-FE3A-DCC76E0BC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Frankfurt </a:t>
            </a:r>
            <a:br>
              <a:rPr lang="de-DE"/>
            </a:br>
            <a:r>
              <a:rPr lang="de-DE"/>
              <a:t>Impact Challenge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B774242-AC15-4FAE-28D3-C38F0891C9B1}"/>
              </a:ext>
            </a:extLst>
          </p:cNvPr>
          <p:cNvGrpSpPr/>
          <p:nvPr/>
        </p:nvGrpSpPr>
        <p:grpSpPr>
          <a:xfrm>
            <a:off x="7812088" y="0"/>
            <a:ext cx="1331912" cy="1276350"/>
            <a:chOff x="7164388" y="0"/>
            <a:chExt cx="1979612" cy="192405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98D088BD-2FA0-CFE6-F498-934C37BAA0E3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D31BDD8E-9C86-9835-EB63-51E5AD2C66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11" name="Rechteck 10">
            <a:extLst>
              <a:ext uri="{FF2B5EF4-FFF2-40B4-BE49-F238E27FC236}">
                <a16:creationId xmlns:a16="http://schemas.microsoft.com/office/drawing/2014/main" id="{5D922164-7283-A2CE-9679-17597AFBB0F0}"/>
              </a:ext>
            </a:extLst>
          </p:cNvPr>
          <p:cNvSpPr/>
          <p:nvPr/>
        </p:nvSpPr>
        <p:spPr>
          <a:xfrm>
            <a:off x="3600" y="3150"/>
            <a:ext cx="9136800" cy="51372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0BDEDEC-225A-AEB9-6437-818AA5B994FE}"/>
              </a:ext>
            </a:extLst>
          </p:cNvPr>
          <p:cNvSpPr/>
          <p:nvPr/>
        </p:nvSpPr>
        <p:spPr>
          <a:xfrm>
            <a:off x="977392" y="2126385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D92F"/>
                </a:solidFill>
              </a:rPr>
              <a:t>FES Hackathon 2026</a:t>
            </a:r>
            <a:endParaRPr lang="en-US" sz="16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3E4F8B1-C931-8147-D68A-488CBC172F00}"/>
              </a:ext>
            </a:extLst>
          </p:cNvPr>
          <p:cNvSpPr/>
          <p:nvPr/>
        </p:nvSpPr>
        <p:spPr>
          <a:xfrm>
            <a:off x="803338" y="391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8E6F5"/>
                </a:solidFill>
              </a:rPr>
              <a:t>11.–12. September 2026  |  THE SQUAIRE, Frankfurt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3792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CC3A128E-20D4-7F8F-1C1C-D1831415C402}"/>
              </a:ext>
            </a:extLst>
          </p:cNvPr>
          <p:cNvSpPr/>
          <p:nvPr/>
        </p:nvSpPr>
        <p:spPr>
          <a:xfrm>
            <a:off x="778879" y="2522949"/>
            <a:ext cx="1142264" cy="1140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B69DF90C-E7A6-CA48-A769-6D65B862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69028" y="4494045"/>
            <a:ext cx="647700" cy="630000"/>
          </a:xfrm>
        </p:spPr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75703B-13E3-4E78-B990-B655E5BE0DB1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D14C517-8440-2B12-52F1-328C903048ED}"/>
              </a:ext>
            </a:extLst>
          </p:cNvPr>
          <p:cNvGrpSpPr>
            <a:grpSpLocks noChangeAspect="1"/>
          </p:cNvGrpSpPr>
          <p:nvPr/>
        </p:nvGrpSpPr>
        <p:grpSpPr>
          <a:xfrm>
            <a:off x="8415979" y="0"/>
            <a:ext cx="648193" cy="630000"/>
            <a:chOff x="7164388" y="0"/>
            <a:chExt cx="1979612" cy="192405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4432A46F-11E2-53A1-3864-BFBEB6F49CC6}"/>
                </a:ext>
              </a:extLst>
            </p:cNvPr>
            <p:cNvSpPr/>
            <p:nvPr userDrawn="1"/>
          </p:nvSpPr>
          <p:spPr>
            <a:xfrm>
              <a:off x="7164388" y="0"/>
              <a:ext cx="1979612" cy="1924050"/>
            </a:xfrm>
            <a:custGeom>
              <a:avLst/>
              <a:gdLst/>
              <a:ahLst/>
              <a:cxnLst/>
              <a:rect l="l" t="t" r="r" b="b"/>
              <a:pathLst>
                <a:path w="1306829" h="1286510">
                  <a:moveTo>
                    <a:pt x="1306283" y="0"/>
                  </a:moveTo>
                  <a:lnTo>
                    <a:pt x="0" y="0"/>
                  </a:lnTo>
                  <a:lnTo>
                    <a:pt x="0" y="1286103"/>
                  </a:lnTo>
                  <a:lnTo>
                    <a:pt x="1306283" y="1286103"/>
                  </a:lnTo>
                  <a:lnTo>
                    <a:pt x="1306283" y="0"/>
                  </a:lnTo>
                  <a:close/>
                </a:path>
              </a:pathLst>
            </a:custGeom>
            <a:solidFill>
              <a:srgbClr val="25438D"/>
            </a:solidFill>
          </p:spPr>
          <p:txBody>
            <a:bodyPr wrap="square" lIns="0" tIns="0" rIns="0" bIns="0" rtlCol="0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3B7E123E-EBCF-2AA9-1190-5BEF098DCA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0067" y="232100"/>
              <a:ext cx="1501802" cy="1501802"/>
            </a:xfrm>
            <a:prstGeom prst="rect">
              <a:avLst/>
            </a:prstGeom>
          </p:spPr>
        </p:pic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D4BE230F-EA07-8194-34B5-92E6CB2FC555}"/>
              </a:ext>
            </a:extLst>
          </p:cNvPr>
          <p:cNvSpPr/>
          <p:nvPr/>
        </p:nvSpPr>
        <p:spPr>
          <a:xfrm>
            <a:off x="4752608" y="1188869"/>
            <a:ext cx="1142264" cy="1140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76674B-CCA8-80A1-B83F-F526E9914C44}"/>
              </a:ext>
            </a:extLst>
          </p:cNvPr>
          <p:cNvSpPr/>
          <p:nvPr/>
        </p:nvSpPr>
        <p:spPr>
          <a:xfrm>
            <a:off x="6908429" y="2609013"/>
            <a:ext cx="1142264" cy="1140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3A11E5B-DF1A-2653-1E4A-C1932E596720}"/>
              </a:ext>
            </a:extLst>
          </p:cNvPr>
          <p:cNvSpPr/>
          <p:nvPr/>
        </p:nvSpPr>
        <p:spPr>
          <a:xfrm>
            <a:off x="6292940" y="567740"/>
            <a:ext cx="1142264" cy="1140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F0D558A-9A76-AAE8-0A65-45EEA147D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921" y="3103262"/>
            <a:ext cx="1097280" cy="1524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8A27E90-7C64-220C-152B-785714770E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21" y="2944827"/>
            <a:ext cx="982980" cy="32004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1D79449E-8DBE-3AC3-18E0-53CA68B3B9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52" y="1061989"/>
            <a:ext cx="624840" cy="1524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ECB5FD1-5853-0423-DBE5-C1210C6718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630" y="1596186"/>
            <a:ext cx="998220" cy="32004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EAAB834C-39DA-7B2E-6CEE-7C87080D37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671" y="714934"/>
            <a:ext cx="525780" cy="52578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F1F18B3-CAFE-9C92-EDFC-B0CE4F92AC0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95" y="977824"/>
            <a:ext cx="525780" cy="52578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CB15C31-B288-4B16-0A3B-0591C028884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55" y="2397908"/>
            <a:ext cx="525780" cy="52578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6E7DD273-F45E-BB96-90BC-4A7E796C199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764" y="2319798"/>
            <a:ext cx="525780" cy="52578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22974AE-5FD5-8599-F0E3-F2B5C288D144}"/>
              </a:ext>
            </a:extLst>
          </p:cNvPr>
          <p:cNvSpPr/>
          <p:nvPr/>
        </p:nvSpPr>
        <p:spPr>
          <a:xfrm>
            <a:off x="2775255" y="3725426"/>
            <a:ext cx="1142264" cy="1140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56E8648-C5C0-121C-723C-AC1787659BA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66" y="4135855"/>
            <a:ext cx="990600" cy="32004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66D4C3D-92E3-B6F3-76EE-D6448D144A6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259" y="4334093"/>
            <a:ext cx="525780" cy="52578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8135014-790C-6CA6-C62B-E8A32152CE8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7" y="2615920"/>
            <a:ext cx="3435178" cy="9042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0F74C26-85F5-9FB6-0AD0-80D732B6B8F8}"/>
              </a:ext>
            </a:extLst>
          </p:cNvPr>
          <p:cNvSpPr txBox="1"/>
          <p:nvPr/>
        </p:nvSpPr>
        <p:spPr>
          <a:xfrm>
            <a:off x="489256" y="411971"/>
            <a:ext cx="3300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Unsere Geschäftsfelder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78877355-24F4-D84C-047A-33931520EA8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 rot="16200000">
            <a:off x="-1291091" y="2547938"/>
            <a:ext cx="3086101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685800" rtl="0" eaLnBrk="1" latinLnBrk="0" hangingPunct="1"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FES GmbH – Digitale Services &amp; Produkte</a:t>
            </a:r>
          </a:p>
        </p:txBody>
      </p:sp>
    </p:spTree>
    <p:extLst>
      <p:ext uri="{BB962C8B-B14F-4D97-AF65-F5344CB8AC3E}">
        <p14:creationId xmlns:p14="http://schemas.microsoft.com/office/powerpoint/2010/main" val="170412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69243-5FA2-650B-39A0-DE2B3AA9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F988FB7B-D09F-5203-EC11-63E7CAB0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1AD68894-5774-D783-02BA-3E924895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Digitale Services &amp; Produkte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6B77ABFD-1D0A-3A79-6E6B-7CA9D26BDA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>
                <a:solidFill>
                  <a:srgbClr val="A7CCED"/>
                </a:solidFill>
              </a:rPr>
              <a:t>Praxisnah.</a:t>
            </a:r>
            <a:r>
              <a:rPr lang="de-DE" dirty="0">
                <a:solidFill>
                  <a:srgbClr val="C7D958"/>
                </a:solidFill>
              </a:rPr>
              <a:t> Validiert. </a:t>
            </a:r>
            <a:r>
              <a:rPr lang="de-DE" dirty="0">
                <a:solidFill>
                  <a:srgbClr val="25438D"/>
                </a:solidFill>
              </a:rPr>
              <a:t>Prozessorientiert. Für Kunden &amp; </a:t>
            </a:r>
            <a:r>
              <a:rPr lang="de-DE" dirty="0" err="1">
                <a:solidFill>
                  <a:srgbClr val="25438D"/>
                </a:solidFill>
              </a:rPr>
              <a:t>Kommunn</a:t>
            </a:r>
            <a:endParaRPr lang="de-DE" dirty="0">
              <a:solidFill>
                <a:srgbClr val="25438D"/>
              </a:solidFill>
            </a:endParaRP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C7F81F1C-9D75-0EE1-342E-1584076F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7" name="Freeform 153">
            <a:extLst>
              <a:ext uri="{FF2B5EF4-FFF2-40B4-BE49-F238E27FC236}">
                <a16:creationId xmlns:a16="http://schemas.microsoft.com/office/drawing/2014/main" id="{7A46C594-9850-E73A-F073-11E6425AC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143" y="1560766"/>
            <a:ext cx="809622" cy="809621"/>
          </a:xfrm>
          <a:custGeom>
            <a:avLst/>
            <a:gdLst>
              <a:gd name="T0" fmla="*/ 866 w 1734"/>
              <a:gd name="T1" fmla="*/ 0 h 1734"/>
              <a:gd name="T2" fmla="*/ 866 w 1734"/>
              <a:gd name="T3" fmla="*/ 0 h 1734"/>
              <a:gd name="T4" fmla="*/ 1733 w 1734"/>
              <a:gd name="T5" fmla="*/ 867 h 1734"/>
              <a:gd name="T6" fmla="*/ 1733 w 1734"/>
              <a:gd name="T7" fmla="*/ 867 h 1734"/>
              <a:gd name="T8" fmla="*/ 866 w 1734"/>
              <a:gd name="T9" fmla="*/ 1733 h 1734"/>
              <a:gd name="T10" fmla="*/ 866 w 1734"/>
              <a:gd name="T11" fmla="*/ 1733 h 1734"/>
              <a:gd name="T12" fmla="*/ 0 w 1734"/>
              <a:gd name="T13" fmla="*/ 867 h 1734"/>
              <a:gd name="T14" fmla="*/ 0 w 1734"/>
              <a:gd name="T15" fmla="*/ 867 h 1734"/>
              <a:gd name="T16" fmla="*/ 866 w 1734"/>
              <a:gd name="T17" fmla="*/ 0 h 17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34" h="1734">
                <a:moveTo>
                  <a:pt x="866" y="0"/>
                </a:moveTo>
                <a:lnTo>
                  <a:pt x="866" y="0"/>
                </a:lnTo>
                <a:cubicBezTo>
                  <a:pt x="1345" y="0"/>
                  <a:pt x="1733" y="388"/>
                  <a:pt x="1733" y="867"/>
                </a:cubicBezTo>
                <a:lnTo>
                  <a:pt x="1733" y="867"/>
                </a:lnTo>
                <a:cubicBezTo>
                  <a:pt x="1733" y="1345"/>
                  <a:pt x="1345" y="1733"/>
                  <a:pt x="866" y="1733"/>
                </a:cubicBezTo>
                <a:lnTo>
                  <a:pt x="866" y="1733"/>
                </a:lnTo>
                <a:cubicBezTo>
                  <a:pt x="388" y="1733"/>
                  <a:pt x="0" y="1345"/>
                  <a:pt x="0" y="867"/>
                </a:cubicBezTo>
                <a:lnTo>
                  <a:pt x="0" y="867"/>
                </a:lnTo>
                <a:cubicBezTo>
                  <a:pt x="0" y="388"/>
                  <a:pt x="388" y="0"/>
                  <a:pt x="866" y="0"/>
                </a:cubicBezTo>
              </a:path>
            </a:pathLst>
          </a:custGeom>
          <a:solidFill>
            <a:srgbClr val="25438D"/>
          </a:solidFill>
          <a:ln>
            <a:noFill/>
          </a:ln>
          <a:effectLst/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reeform 154">
            <a:extLst>
              <a:ext uri="{FF2B5EF4-FFF2-40B4-BE49-F238E27FC236}">
                <a16:creationId xmlns:a16="http://schemas.microsoft.com/office/drawing/2014/main" id="{0546A622-B00B-3D6F-EF9B-CE59D8AED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569" y="1680252"/>
            <a:ext cx="572710" cy="572710"/>
          </a:xfrm>
          <a:custGeom>
            <a:avLst/>
            <a:gdLst>
              <a:gd name="T0" fmla="*/ 612 w 1224"/>
              <a:gd name="T1" fmla="*/ 0 h 1224"/>
              <a:gd name="T2" fmla="*/ 612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2 w 1224"/>
              <a:gd name="T9" fmla="*/ 1223 h 1224"/>
              <a:gd name="T10" fmla="*/ 612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2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2" y="0"/>
                </a:moveTo>
                <a:lnTo>
                  <a:pt x="612" y="0"/>
                </a:lnTo>
                <a:cubicBezTo>
                  <a:pt x="950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50" y="1223"/>
                  <a:pt x="612" y="1223"/>
                </a:cubicBezTo>
                <a:lnTo>
                  <a:pt x="612" y="1223"/>
                </a:lnTo>
                <a:cubicBezTo>
                  <a:pt x="274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4" y="0"/>
                  <a:pt x="612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06D6A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Freeform 1059">
            <a:extLst>
              <a:ext uri="{FF2B5EF4-FFF2-40B4-BE49-F238E27FC236}">
                <a16:creationId xmlns:a16="http://schemas.microsoft.com/office/drawing/2014/main" id="{3CEBB33F-83CC-5446-47C8-5F6FAE396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8770" y="1830245"/>
            <a:ext cx="274366" cy="272723"/>
          </a:xfrm>
          <a:custGeom>
            <a:avLst/>
            <a:gdLst>
              <a:gd name="T0" fmla="*/ 89779237 w 291737"/>
              <a:gd name="T1" fmla="*/ 109284772 h 290153"/>
              <a:gd name="T2" fmla="*/ 102871663 w 291737"/>
              <a:gd name="T3" fmla="*/ 104718570 h 290153"/>
              <a:gd name="T4" fmla="*/ 123273045 w 291737"/>
              <a:gd name="T5" fmla="*/ 122214270 h 290153"/>
              <a:gd name="T6" fmla="*/ 124538682 w 291737"/>
              <a:gd name="T7" fmla="*/ 105031042 h 290153"/>
              <a:gd name="T8" fmla="*/ 99391902 w 291737"/>
              <a:gd name="T9" fmla="*/ 125807186 h 290153"/>
              <a:gd name="T10" fmla="*/ 102871663 w 291737"/>
              <a:gd name="T11" fmla="*/ 104718570 h 290153"/>
              <a:gd name="T12" fmla="*/ 3931849 w 291737"/>
              <a:gd name="T13" fmla="*/ 122214270 h 290153"/>
              <a:gd name="T14" fmla="*/ 24383897 w 291737"/>
              <a:gd name="T15" fmla="*/ 104718570 h 290153"/>
              <a:gd name="T16" fmla="*/ 27686387 w 291737"/>
              <a:gd name="T17" fmla="*/ 125807186 h 290153"/>
              <a:gd name="T18" fmla="*/ 2675210 w 291737"/>
              <a:gd name="T19" fmla="*/ 105031042 h 290153"/>
              <a:gd name="T20" fmla="*/ 111858698 w 291737"/>
              <a:gd name="T21" fmla="*/ 101300184 h 290153"/>
              <a:gd name="T22" fmla="*/ 10672229 w 291737"/>
              <a:gd name="T23" fmla="*/ 96976848 h 290153"/>
              <a:gd name="T24" fmla="*/ 111858698 w 291737"/>
              <a:gd name="T25" fmla="*/ 88794158 h 290153"/>
              <a:gd name="T26" fmla="*/ 111858698 w 291737"/>
              <a:gd name="T27" fmla="*/ 88794158 h 290153"/>
              <a:gd name="T28" fmla="*/ 6915088 w 291737"/>
              <a:gd name="T29" fmla="*/ 96976848 h 290153"/>
              <a:gd name="T30" fmla="*/ 99462300 w 291737"/>
              <a:gd name="T31" fmla="*/ 96153616 h 290153"/>
              <a:gd name="T32" fmla="*/ 82229262 w 291737"/>
              <a:gd name="T33" fmla="*/ 84875441 h 290153"/>
              <a:gd name="T34" fmla="*/ 44678279 w 291737"/>
              <a:gd name="T35" fmla="*/ 84875441 h 290153"/>
              <a:gd name="T36" fmla="*/ 27764580 w 291737"/>
              <a:gd name="T37" fmla="*/ 96153616 h 290153"/>
              <a:gd name="T38" fmla="*/ 52334178 w 291737"/>
              <a:gd name="T39" fmla="*/ 68852146 h 290153"/>
              <a:gd name="T40" fmla="*/ 72313118 w 291737"/>
              <a:gd name="T41" fmla="*/ 64165631 h 290153"/>
              <a:gd name="T42" fmla="*/ 77976585 w 291737"/>
              <a:gd name="T43" fmla="*/ 80724467 h 290153"/>
              <a:gd name="T44" fmla="*/ 48401249 w 291737"/>
              <a:gd name="T45" fmla="*/ 68852146 h 290153"/>
              <a:gd name="T46" fmla="*/ 59193458 w 291737"/>
              <a:gd name="T47" fmla="*/ 54222035 h 290153"/>
              <a:gd name="T48" fmla="*/ 63536008 w 291737"/>
              <a:gd name="T49" fmla="*/ 46117364 h 290153"/>
              <a:gd name="T50" fmla="*/ 63536008 w 291737"/>
              <a:gd name="T51" fmla="*/ 46117364 h 290153"/>
              <a:gd name="T52" fmla="*/ 111765453 w 291737"/>
              <a:gd name="T53" fmla="*/ 83819484 h 290153"/>
              <a:gd name="T54" fmla="*/ 15051580 w 291737"/>
              <a:gd name="T55" fmla="*/ 41987648 h 290153"/>
              <a:gd name="T56" fmla="*/ 13138120 w 291737"/>
              <a:gd name="T57" fmla="*/ 82102572 h 290153"/>
              <a:gd name="T58" fmla="*/ 91709610 w 291737"/>
              <a:gd name="T59" fmla="*/ 35208138 h 290153"/>
              <a:gd name="T60" fmla="*/ 77223386 w 291737"/>
              <a:gd name="T61" fmla="*/ 49457136 h 290153"/>
              <a:gd name="T62" fmla="*/ 37911938 w 291737"/>
              <a:gd name="T63" fmla="*/ 35208138 h 290153"/>
              <a:gd name="T64" fmla="*/ 46976875 w 291737"/>
              <a:gd name="T65" fmla="*/ 49457136 h 290153"/>
              <a:gd name="T66" fmla="*/ 89779237 w 291737"/>
              <a:gd name="T67" fmla="*/ 16518775 h 290153"/>
              <a:gd name="T68" fmla="*/ 34572388 w 291737"/>
              <a:gd name="T69" fmla="*/ 18502114 h 290153"/>
              <a:gd name="T70" fmla="*/ 101289900 w 291737"/>
              <a:gd name="T71" fmla="*/ 23421996 h 290153"/>
              <a:gd name="T72" fmla="*/ 121533257 w 291737"/>
              <a:gd name="T73" fmla="*/ 18424099 h 290153"/>
              <a:gd name="T74" fmla="*/ 127068263 w 291737"/>
              <a:gd name="T75" fmla="*/ 35139610 h 290153"/>
              <a:gd name="T76" fmla="*/ 97494406 w 291737"/>
              <a:gd name="T77" fmla="*/ 23421996 h 290153"/>
              <a:gd name="T78" fmla="*/ 5662450 w 291737"/>
              <a:gd name="T79" fmla="*/ 18424099 h 290153"/>
              <a:gd name="T80" fmla="*/ 25641957 w 291737"/>
              <a:gd name="T81" fmla="*/ 23421996 h 290153"/>
              <a:gd name="T82" fmla="*/ 29575230 w 291737"/>
              <a:gd name="T83" fmla="*/ 23421996 h 290153"/>
              <a:gd name="T84" fmla="*/ 0 w 291737"/>
              <a:gd name="T85" fmla="*/ 35139610 h 290153"/>
              <a:gd name="T86" fmla="*/ 111858698 w 291737"/>
              <a:gd name="T87" fmla="*/ 3859771 h 290153"/>
              <a:gd name="T88" fmla="*/ 111858698 w 291737"/>
              <a:gd name="T89" fmla="*/ 3859771 h 290153"/>
              <a:gd name="T90" fmla="*/ 19439297 w 291737"/>
              <a:gd name="T91" fmla="*/ 8182036 h 290153"/>
              <a:gd name="T92" fmla="*/ 111858698 w 291737"/>
              <a:gd name="T93" fmla="*/ 16365797 h 290153"/>
              <a:gd name="T94" fmla="*/ 23352569 w 291737"/>
              <a:gd name="T95" fmla="*/ 8182036 h 290153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91737" h="290153">
                <a:moveTo>
                  <a:pt x="83671" y="242888"/>
                </a:moveTo>
                <a:lnTo>
                  <a:pt x="206125" y="242888"/>
                </a:lnTo>
                <a:cubicBezTo>
                  <a:pt x="208631" y="242888"/>
                  <a:pt x="210779" y="245086"/>
                  <a:pt x="210779" y="247651"/>
                </a:cubicBezTo>
                <a:cubicBezTo>
                  <a:pt x="210779" y="250215"/>
                  <a:pt x="208631" y="252047"/>
                  <a:pt x="206125" y="252047"/>
                </a:cubicBezTo>
                <a:lnTo>
                  <a:pt x="83671" y="252047"/>
                </a:lnTo>
                <a:cubicBezTo>
                  <a:pt x="81523" y="252047"/>
                  <a:pt x="79375" y="250215"/>
                  <a:pt x="79375" y="247651"/>
                </a:cubicBezTo>
                <a:cubicBezTo>
                  <a:pt x="79375" y="245086"/>
                  <a:pt x="81523" y="242888"/>
                  <a:pt x="83671" y="242888"/>
                </a:cubicBezTo>
                <a:close/>
                <a:moveTo>
                  <a:pt x="236183" y="241515"/>
                </a:moveTo>
                <a:cubicBezTo>
                  <a:pt x="237998" y="242956"/>
                  <a:pt x="238361" y="245838"/>
                  <a:pt x="236546" y="248000"/>
                </a:cubicBezTo>
                <a:cubicBezTo>
                  <a:pt x="233641" y="250882"/>
                  <a:pt x="232552" y="254845"/>
                  <a:pt x="232552" y="258808"/>
                </a:cubicBezTo>
                <a:lnTo>
                  <a:pt x="232552" y="281866"/>
                </a:lnTo>
                <a:lnTo>
                  <a:pt x="283023" y="281866"/>
                </a:lnTo>
                <a:lnTo>
                  <a:pt x="283023" y="258808"/>
                </a:lnTo>
                <a:cubicBezTo>
                  <a:pt x="283023" y="254845"/>
                  <a:pt x="281570" y="250882"/>
                  <a:pt x="279029" y="248000"/>
                </a:cubicBezTo>
                <a:cubicBezTo>
                  <a:pt x="277213" y="245838"/>
                  <a:pt x="277939" y="242956"/>
                  <a:pt x="279392" y="241515"/>
                </a:cubicBezTo>
                <a:cubicBezTo>
                  <a:pt x="281570" y="239713"/>
                  <a:pt x="284475" y="240074"/>
                  <a:pt x="285928" y="242235"/>
                </a:cubicBezTo>
                <a:cubicBezTo>
                  <a:pt x="289559" y="246559"/>
                  <a:pt x="291737" y="252683"/>
                  <a:pt x="291737" y="258808"/>
                </a:cubicBezTo>
                <a:lnTo>
                  <a:pt x="291737" y="285830"/>
                </a:lnTo>
                <a:cubicBezTo>
                  <a:pt x="291737" y="288712"/>
                  <a:pt x="289922" y="290153"/>
                  <a:pt x="287743" y="290153"/>
                </a:cubicBezTo>
                <a:lnTo>
                  <a:pt x="228194" y="290153"/>
                </a:lnTo>
                <a:cubicBezTo>
                  <a:pt x="226016" y="290153"/>
                  <a:pt x="223837" y="288712"/>
                  <a:pt x="223837" y="285830"/>
                </a:cubicBezTo>
                <a:lnTo>
                  <a:pt x="223837" y="258808"/>
                </a:lnTo>
                <a:cubicBezTo>
                  <a:pt x="223837" y="252683"/>
                  <a:pt x="226016" y="246559"/>
                  <a:pt x="229647" y="242235"/>
                </a:cubicBezTo>
                <a:cubicBezTo>
                  <a:pt x="231462" y="240074"/>
                  <a:pt x="234367" y="239713"/>
                  <a:pt x="236183" y="241515"/>
                </a:cubicBezTo>
                <a:close/>
                <a:moveTo>
                  <a:pt x="12280" y="241515"/>
                </a:moveTo>
                <a:cubicBezTo>
                  <a:pt x="14447" y="242956"/>
                  <a:pt x="14808" y="245838"/>
                  <a:pt x="13002" y="248000"/>
                </a:cubicBezTo>
                <a:cubicBezTo>
                  <a:pt x="10835" y="250882"/>
                  <a:pt x="9029" y="254845"/>
                  <a:pt x="9029" y="258808"/>
                </a:cubicBezTo>
                <a:lnTo>
                  <a:pt x="9029" y="281866"/>
                </a:lnTo>
                <a:lnTo>
                  <a:pt x="59232" y="281866"/>
                </a:lnTo>
                <a:lnTo>
                  <a:pt x="59232" y="258808"/>
                </a:lnTo>
                <a:cubicBezTo>
                  <a:pt x="59232" y="254845"/>
                  <a:pt x="57788" y="250882"/>
                  <a:pt x="55259" y="248000"/>
                </a:cubicBezTo>
                <a:cubicBezTo>
                  <a:pt x="53454" y="245838"/>
                  <a:pt x="54176" y="242956"/>
                  <a:pt x="55982" y="241515"/>
                </a:cubicBezTo>
                <a:cubicBezTo>
                  <a:pt x="57788" y="239713"/>
                  <a:pt x="60677" y="240074"/>
                  <a:pt x="61761" y="242235"/>
                </a:cubicBezTo>
                <a:cubicBezTo>
                  <a:pt x="65734" y="246559"/>
                  <a:pt x="67901" y="252683"/>
                  <a:pt x="67901" y="258808"/>
                </a:cubicBezTo>
                <a:lnTo>
                  <a:pt x="67901" y="285830"/>
                </a:lnTo>
                <a:cubicBezTo>
                  <a:pt x="67901" y="288712"/>
                  <a:pt x="65734" y="290153"/>
                  <a:pt x="63566" y="290153"/>
                </a:cubicBezTo>
                <a:lnTo>
                  <a:pt x="4695" y="290153"/>
                </a:lnTo>
                <a:cubicBezTo>
                  <a:pt x="2528" y="290153"/>
                  <a:pt x="0" y="288712"/>
                  <a:pt x="0" y="285830"/>
                </a:cubicBezTo>
                <a:lnTo>
                  <a:pt x="0" y="258808"/>
                </a:lnTo>
                <a:cubicBezTo>
                  <a:pt x="0" y="252683"/>
                  <a:pt x="2528" y="246559"/>
                  <a:pt x="6140" y="242235"/>
                </a:cubicBezTo>
                <a:cubicBezTo>
                  <a:pt x="7946" y="240074"/>
                  <a:pt x="10835" y="239713"/>
                  <a:pt x="12280" y="241515"/>
                </a:cubicBezTo>
                <a:close/>
                <a:moveTo>
                  <a:pt x="256816" y="213690"/>
                </a:moveTo>
                <a:cubicBezTo>
                  <a:pt x="251065" y="213690"/>
                  <a:pt x="246752" y="217963"/>
                  <a:pt x="246752" y="223660"/>
                </a:cubicBezTo>
                <a:cubicBezTo>
                  <a:pt x="246752" y="229357"/>
                  <a:pt x="251065" y="233630"/>
                  <a:pt x="256816" y="233630"/>
                </a:cubicBezTo>
                <a:cubicBezTo>
                  <a:pt x="262926" y="233630"/>
                  <a:pt x="267599" y="229357"/>
                  <a:pt x="267599" y="223660"/>
                </a:cubicBezTo>
                <a:cubicBezTo>
                  <a:pt x="267599" y="217963"/>
                  <a:pt x="262926" y="213690"/>
                  <a:pt x="256816" y="213690"/>
                </a:cubicBezTo>
                <a:close/>
                <a:moveTo>
                  <a:pt x="34565" y="213690"/>
                </a:moveTo>
                <a:cubicBezTo>
                  <a:pt x="29174" y="213690"/>
                  <a:pt x="24501" y="217963"/>
                  <a:pt x="24501" y="223660"/>
                </a:cubicBezTo>
                <a:cubicBezTo>
                  <a:pt x="24501" y="229357"/>
                  <a:pt x="29174" y="233630"/>
                  <a:pt x="34565" y="233630"/>
                </a:cubicBezTo>
                <a:cubicBezTo>
                  <a:pt x="40316" y="233630"/>
                  <a:pt x="44629" y="229357"/>
                  <a:pt x="44629" y="223660"/>
                </a:cubicBezTo>
                <a:cubicBezTo>
                  <a:pt x="44629" y="217963"/>
                  <a:pt x="40316" y="213690"/>
                  <a:pt x="34565" y="213690"/>
                </a:cubicBezTo>
                <a:close/>
                <a:moveTo>
                  <a:pt x="256816" y="204788"/>
                </a:moveTo>
                <a:cubicBezTo>
                  <a:pt x="267599" y="204788"/>
                  <a:pt x="275866" y="213334"/>
                  <a:pt x="275866" y="223660"/>
                </a:cubicBezTo>
                <a:cubicBezTo>
                  <a:pt x="275866" y="234342"/>
                  <a:pt x="267599" y="242532"/>
                  <a:pt x="256816" y="242532"/>
                </a:cubicBezTo>
                <a:cubicBezTo>
                  <a:pt x="246752" y="242532"/>
                  <a:pt x="238125" y="234342"/>
                  <a:pt x="238125" y="223660"/>
                </a:cubicBezTo>
                <a:cubicBezTo>
                  <a:pt x="238125" y="213334"/>
                  <a:pt x="246752" y="204788"/>
                  <a:pt x="256816" y="204788"/>
                </a:cubicBezTo>
                <a:close/>
                <a:moveTo>
                  <a:pt x="34565" y="204788"/>
                </a:moveTo>
                <a:cubicBezTo>
                  <a:pt x="45348" y="204788"/>
                  <a:pt x="53615" y="213334"/>
                  <a:pt x="53615" y="223660"/>
                </a:cubicBezTo>
                <a:cubicBezTo>
                  <a:pt x="53615" y="234342"/>
                  <a:pt x="45348" y="242532"/>
                  <a:pt x="34565" y="242532"/>
                </a:cubicBezTo>
                <a:cubicBezTo>
                  <a:pt x="24142" y="242532"/>
                  <a:pt x="15875" y="234342"/>
                  <a:pt x="15875" y="223660"/>
                </a:cubicBezTo>
                <a:cubicBezTo>
                  <a:pt x="15875" y="213334"/>
                  <a:pt x="24142" y="204788"/>
                  <a:pt x="34565" y="204788"/>
                </a:cubicBezTo>
                <a:close/>
                <a:moveTo>
                  <a:pt x="188791" y="189157"/>
                </a:moveTo>
                <a:cubicBezTo>
                  <a:pt x="190622" y="187325"/>
                  <a:pt x="193553" y="187325"/>
                  <a:pt x="195385" y="189157"/>
                </a:cubicBezTo>
                <a:lnTo>
                  <a:pt x="228356" y="221762"/>
                </a:lnTo>
                <a:cubicBezTo>
                  <a:pt x="229821" y="223960"/>
                  <a:pt x="229821" y="226891"/>
                  <a:pt x="228356" y="228356"/>
                </a:cubicBezTo>
                <a:cubicBezTo>
                  <a:pt x="226890" y="229089"/>
                  <a:pt x="226157" y="229822"/>
                  <a:pt x="225058" y="229822"/>
                </a:cubicBezTo>
                <a:cubicBezTo>
                  <a:pt x="223593" y="229822"/>
                  <a:pt x="222860" y="229089"/>
                  <a:pt x="222128" y="228356"/>
                </a:cubicBezTo>
                <a:lnTo>
                  <a:pt x="188791" y="195751"/>
                </a:lnTo>
                <a:cubicBezTo>
                  <a:pt x="187325" y="193553"/>
                  <a:pt x="187325" y="190622"/>
                  <a:pt x="188791" y="189157"/>
                </a:cubicBezTo>
                <a:close/>
                <a:moveTo>
                  <a:pt x="96349" y="189157"/>
                </a:moveTo>
                <a:cubicBezTo>
                  <a:pt x="98180" y="187325"/>
                  <a:pt x="100745" y="187325"/>
                  <a:pt x="102577" y="189157"/>
                </a:cubicBezTo>
                <a:cubicBezTo>
                  <a:pt x="104408" y="190622"/>
                  <a:pt x="104408" y="193553"/>
                  <a:pt x="102577" y="195751"/>
                </a:cubicBezTo>
                <a:lnTo>
                  <a:pt x="69971" y="228356"/>
                </a:lnTo>
                <a:cubicBezTo>
                  <a:pt x="68872" y="229089"/>
                  <a:pt x="67773" y="229822"/>
                  <a:pt x="66674" y="229822"/>
                </a:cubicBezTo>
                <a:cubicBezTo>
                  <a:pt x="65575" y="229822"/>
                  <a:pt x="64476" y="229089"/>
                  <a:pt x="63744" y="228356"/>
                </a:cubicBezTo>
                <a:cubicBezTo>
                  <a:pt x="61912" y="226891"/>
                  <a:pt x="61912" y="223960"/>
                  <a:pt x="63744" y="221762"/>
                </a:cubicBezTo>
                <a:lnTo>
                  <a:pt x="96349" y="189157"/>
                </a:lnTo>
                <a:close/>
                <a:moveTo>
                  <a:pt x="123405" y="141862"/>
                </a:moveTo>
                <a:cubicBezTo>
                  <a:pt x="125572" y="142943"/>
                  <a:pt x="125572" y="145825"/>
                  <a:pt x="123766" y="147987"/>
                </a:cubicBezTo>
                <a:cubicBezTo>
                  <a:pt x="121599" y="150509"/>
                  <a:pt x="120154" y="154832"/>
                  <a:pt x="120154" y="158795"/>
                </a:cubicBezTo>
                <a:lnTo>
                  <a:pt x="120154" y="181493"/>
                </a:lnTo>
                <a:lnTo>
                  <a:pt x="169996" y="181493"/>
                </a:lnTo>
                <a:lnTo>
                  <a:pt x="169996" y="158795"/>
                </a:lnTo>
                <a:cubicBezTo>
                  <a:pt x="169996" y="154832"/>
                  <a:pt x="168913" y="150509"/>
                  <a:pt x="166023" y="147987"/>
                </a:cubicBezTo>
                <a:cubicBezTo>
                  <a:pt x="164217" y="145825"/>
                  <a:pt x="164940" y="142943"/>
                  <a:pt x="166746" y="141862"/>
                </a:cubicBezTo>
                <a:cubicBezTo>
                  <a:pt x="168552" y="140061"/>
                  <a:pt x="171802" y="140421"/>
                  <a:pt x="172886" y="142222"/>
                </a:cubicBezTo>
                <a:cubicBezTo>
                  <a:pt x="176498" y="146546"/>
                  <a:pt x="179026" y="152670"/>
                  <a:pt x="179026" y="158795"/>
                </a:cubicBezTo>
                <a:lnTo>
                  <a:pt x="179026" y="186177"/>
                </a:lnTo>
                <a:cubicBezTo>
                  <a:pt x="179026" y="188699"/>
                  <a:pt x="176859" y="190140"/>
                  <a:pt x="174691" y="190140"/>
                </a:cubicBezTo>
                <a:lnTo>
                  <a:pt x="115820" y="190140"/>
                </a:lnTo>
                <a:cubicBezTo>
                  <a:pt x="113292" y="190140"/>
                  <a:pt x="111125" y="188699"/>
                  <a:pt x="111125" y="186177"/>
                </a:cubicBezTo>
                <a:lnTo>
                  <a:pt x="111125" y="158795"/>
                </a:lnTo>
                <a:cubicBezTo>
                  <a:pt x="111125" y="152670"/>
                  <a:pt x="113292" y="146546"/>
                  <a:pt x="117265" y="142222"/>
                </a:cubicBezTo>
                <a:cubicBezTo>
                  <a:pt x="118709" y="140421"/>
                  <a:pt x="121599" y="139700"/>
                  <a:pt x="123405" y="141862"/>
                </a:cubicBezTo>
                <a:close/>
                <a:moveTo>
                  <a:pt x="145872" y="114990"/>
                </a:moveTo>
                <a:cubicBezTo>
                  <a:pt x="140175" y="114990"/>
                  <a:pt x="135902" y="119662"/>
                  <a:pt x="135902" y="125054"/>
                </a:cubicBezTo>
                <a:cubicBezTo>
                  <a:pt x="135902" y="130805"/>
                  <a:pt x="140175" y="135118"/>
                  <a:pt x="145872" y="135118"/>
                </a:cubicBezTo>
                <a:cubicBezTo>
                  <a:pt x="151569" y="135118"/>
                  <a:pt x="155842" y="130805"/>
                  <a:pt x="155842" y="125054"/>
                </a:cubicBezTo>
                <a:cubicBezTo>
                  <a:pt x="155842" y="119662"/>
                  <a:pt x="151569" y="114990"/>
                  <a:pt x="145872" y="114990"/>
                </a:cubicBezTo>
                <a:close/>
                <a:moveTo>
                  <a:pt x="145872" y="106363"/>
                </a:moveTo>
                <a:cubicBezTo>
                  <a:pt x="156554" y="106363"/>
                  <a:pt x="164744" y="114271"/>
                  <a:pt x="164744" y="125054"/>
                </a:cubicBezTo>
                <a:cubicBezTo>
                  <a:pt x="164744" y="135477"/>
                  <a:pt x="156554" y="144104"/>
                  <a:pt x="145872" y="144104"/>
                </a:cubicBezTo>
                <a:cubicBezTo>
                  <a:pt x="135546" y="144104"/>
                  <a:pt x="127000" y="135477"/>
                  <a:pt x="127000" y="125054"/>
                </a:cubicBezTo>
                <a:cubicBezTo>
                  <a:pt x="127000" y="114271"/>
                  <a:pt x="135546" y="106363"/>
                  <a:pt x="145872" y="106363"/>
                </a:cubicBezTo>
                <a:close/>
                <a:moveTo>
                  <a:pt x="256603" y="96838"/>
                </a:moveTo>
                <a:cubicBezTo>
                  <a:pt x="259270" y="96838"/>
                  <a:pt x="261556" y="98998"/>
                  <a:pt x="261556" y="101158"/>
                </a:cubicBezTo>
                <a:lnTo>
                  <a:pt x="261556" y="189355"/>
                </a:lnTo>
                <a:cubicBezTo>
                  <a:pt x="261556" y="191875"/>
                  <a:pt x="259270" y="193315"/>
                  <a:pt x="256603" y="193315"/>
                </a:cubicBezTo>
                <a:cubicBezTo>
                  <a:pt x="254317" y="193315"/>
                  <a:pt x="252412" y="191875"/>
                  <a:pt x="252412" y="189355"/>
                </a:cubicBezTo>
                <a:lnTo>
                  <a:pt x="252412" y="101158"/>
                </a:lnTo>
                <a:cubicBezTo>
                  <a:pt x="252412" y="98998"/>
                  <a:pt x="254317" y="96838"/>
                  <a:pt x="256603" y="96838"/>
                </a:cubicBezTo>
                <a:close/>
                <a:moveTo>
                  <a:pt x="34558" y="96838"/>
                </a:moveTo>
                <a:cubicBezTo>
                  <a:pt x="37122" y="96838"/>
                  <a:pt x="39320" y="98998"/>
                  <a:pt x="39320" y="101158"/>
                </a:cubicBezTo>
                <a:lnTo>
                  <a:pt x="39320" y="189355"/>
                </a:lnTo>
                <a:cubicBezTo>
                  <a:pt x="39320" y="191875"/>
                  <a:pt x="37122" y="193315"/>
                  <a:pt x="34558" y="193315"/>
                </a:cubicBezTo>
                <a:cubicBezTo>
                  <a:pt x="31993" y="193315"/>
                  <a:pt x="30162" y="191875"/>
                  <a:pt x="30162" y="189355"/>
                </a:cubicBezTo>
                <a:lnTo>
                  <a:pt x="30162" y="101158"/>
                </a:lnTo>
                <a:cubicBezTo>
                  <a:pt x="30162" y="98998"/>
                  <a:pt x="31993" y="96838"/>
                  <a:pt x="34558" y="96838"/>
                </a:cubicBezTo>
                <a:close/>
                <a:moveTo>
                  <a:pt x="204410" y="81201"/>
                </a:moveTo>
                <a:cubicBezTo>
                  <a:pt x="206218" y="79375"/>
                  <a:pt x="208387" y="79375"/>
                  <a:pt x="210556" y="81201"/>
                </a:cubicBezTo>
                <a:cubicBezTo>
                  <a:pt x="212364" y="82661"/>
                  <a:pt x="212364" y="85582"/>
                  <a:pt x="210556" y="87408"/>
                </a:cubicBezTo>
                <a:lnTo>
                  <a:pt x="184166" y="114063"/>
                </a:lnTo>
                <a:cubicBezTo>
                  <a:pt x="183081" y="114793"/>
                  <a:pt x="181996" y="115523"/>
                  <a:pt x="180912" y="115523"/>
                </a:cubicBezTo>
                <a:cubicBezTo>
                  <a:pt x="179466" y="115523"/>
                  <a:pt x="178743" y="114793"/>
                  <a:pt x="177297" y="114063"/>
                </a:cubicBezTo>
                <a:cubicBezTo>
                  <a:pt x="176212" y="112602"/>
                  <a:pt x="176212" y="109681"/>
                  <a:pt x="177297" y="107855"/>
                </a:cubicBezTo>
                <a:lnTo>
                  <a:pt x="204410" y="81201"/>
                </a:lnTo>
                <a:close/>
                <a:moveTo>
                  <a:pt x="80835" y="81201"/>
                </a:moveTo>
                <a:cubicBezTo>
                  <a:pt x="82661" y="79375"/>
                  <a:pt x="85947" y="79375"/>
                  <a:pt x="87042" y="81201"/>
                </a:cubicBezTo>
                <a:lnTo>
                  <a:pt x="114061" y="107855"/>
                </a:lnTo>
                <a:cubicBezTo>
                  <a:pt x="115522" y="109681"/>
                  <a:pt x="115522" y="112602"/>
                  <a:pt x="114061" y="114063"/>
                </a:cubicBezTo>
                <a:cubicBezTo>
                  <a:pt x="113331" y="114793"/>
                  <a:pt x="111870" y="115523"/>
                  <a:pt x="111140" y="115523"/>
                </a:cubicBezTo>
                <a:cubicBezTo>
                  <a:pt x="109680" y="115523"/>
                  <a:pt x="108584" y="114793"/>
                  <a:pt x="107854" y="114063"/>
                </a:cubicBezTo>
                <a:lnTo>
                  <a:pt x="80835" y="87408"/>
                </a:lnTo>
                <a:cubicBezTo>
                  <a:pt x="79375" y="85582"/>
                  <a:pt x="79375" y="82661"/>
                  <a:pt x="80835" y="81201"/>
                </a:cubicBezTo>
                <a:close/>
                <a:moveTo>
                  <a:pt x="83671" y="38100"/>
                </a:moveTo>
                <a:lnTo>
                  <a:pt x="206125" y="38100"/>
                </a:lnTo>
                <a:cubicBezTo>
                  <a:pt x="208631" y="38100"/>
                  <a:pt x="210779" y="40386"/>
                  <a:pt x="210779" y="42672"/>
                </a:cubicBezTo>
                <a:cubicBezTo>
                  <a:pt x="210779" y="45339"/>
                  <a:pt x="208631" y="47244"/>
                  <a:pt x="206125" y="47244"/>
                </a:cubicBezTo>
                <a:lnTo>
                  <a:pt x="83671" y="47244"/>
                </a:lnTo>
                <a:cubicBezTo>
                  <a:pt x="81523" y="47244"/>
                  <a:pt x="79375" y="45339"/>
                  <a:pt x="79375" y="42672"/>
                </a:cubicBezTo>
                <a:cubicBezTo>
                  <a:pt x="79375" y="40386"/>
                  <a:pt x="81523" y="38100"/>
                  <a:pt x="83671" y="38100"/>
                </a:cubicBezTo>
                <a:close/>
                <a:moveTo>
                  <a:pt x="236183" y="36366"/>
                </a:moveTo>
                <a:cubicBezTo>
                  <a:pt x="237998" y="38167"/>
                  <a:pt x="238361" y="41050"/>
                  <a:pt x="236546" y="42491"/>
                </a:cubicBezTo>
                <a:cubicBezTo>
                  <a:pt x="233641" y="45733"/>
                  <a:pt x="232552" y="50057"/>
                  <a:pt x="232552" y="54020"/>
                </a:cubicBezTo>
                <a:lnTo>
                  <a:pt x="232552" y="76718"/>
                </a:lnTo>
                <a:lnTo>
                  <a:pt x="283023" y="76718"/>
                </a:lnTo>
                <a:lnTo>
                  <a:pt x="283023" y="54020"/>
                </a:lnTo>
                <a:cubicBezTo>
                  <a:pt x="283023" y="50057"/>
                  <a:pt x="281570" y="45733"/>
                  <a:pt x="279029" y="42491"/>
                </a:cubicBezTo>
                <a:cubicBezTo>
                  <a:pt x="277213" y="41050"/>
                  <a:pt x="277939" y="38167"/>
                  <a:pt x="279392" y="36366"/>
                </a:cubicBezTo>
                <a:cubicBezTo>
                  <a:pt x="281570" y="34925"/>
                  <a:pt x="284475" y="35285"/>
                  <a:pt x="285928" y="37447"/>
                </a:cubicBezTo>
                <a:cubicBezTo>
                  <a:pt x="289559" y="41770"/>
                  <a:pt x="291737" y="47895"/>
                  <a:pt x="291737" y="54020"/>
                </a:cubicBezTo>
                <a:lnTo>
                  <a:pt x="291737" y="81042"/>
                </a:lnTo>
                <a:cubicBezTo>
                  <a:pt x="291737" y="83924"/>
                  <a:pt x="289922" y="85365"/>
                  <a:pt x="287743" y="85365"/>
                </a:cubicBezTo>
                <a:lnTo>
                  <a:pt x="228194" y="85365"/>
                </a:lnTo>
                <a:cubicBezTo>
                  <a:pt x="226016" y="85365"/>
                  <a:pt x="223837" y="83924"/>
                  <a:pt x="223837" y="81042"/>
                </a:cubicBezTo>
                <a:lnTo>
                  <a:pt x="223837" y="54020"/>
                </a:lnTo>
                <a:cubicBezTo>
                  <a:pt x="223837" y="47895"/>
                  <a:pt x="226016" y="41770"/>
                  <a:pt x="229647" y="37447"/>
                </a:cubicBezTo>
                <a:cubicBezTo>
                  <a:pt x="231462" y="35285"/>
                  <a:pt x="234367" y="34925"/>
                  <a:pt x="236183" y="36366"/>
                </a:cubicBezTo>
                <a:close/>
                <a:moveTo>
                  <a:pt x="12280" y="36366"/>
                </a:moveTo>
                <a:cubicBezTo>
                  <a:pt x="14447" y="38167"/>
                  <a:pt x="14808" y="41050"/>
                  <a:pt x="13002" y="42491"/>
                </a:cubicBezTo>
                <a:cubicBezTo>
                  <a:pt x="10835" y="45733"/>
                  <a:pt x="9029" y="50057"/>
                  <a:pt x="9029" y="54020"/>
                </a:cubicBezTo>
                <a:lnTo>
                  <a:pt x="9029" y="76718"/>
                </a:lnTo>
                <a:lnTo>
                  <a:pt x="58871" y="76718"/>
                </a:lnTo>
                <a:lnTo>
                  <a:pt x="58871" y="54020"/>
                </a:lnTo>
                <a:cubicBezTo>
                  <a:pt x="58871" y="50057"/>
                  <a:pt x="57788" y="45733"/>
                  <a:pt x="55259" y="42491"/>
                </a:cubicBezTo>
                <a:cubicBezTo>
                  <a:pt x="53454" y="41050"/>
                  <a:pt x="54176" y="38167"/>
                  <a:pt x="55982" y="36366"/>
                </a:cubicBezTo>
                <a:cubicBezTo>
                  <a:pt x="57788" y="34925"/>
                  <a:pt x="60677" y="35285"/>
                  <a:pt x="61761" y="37447"/>
                </a:cubicBezTo>
                <a:cubicBezTo>
                  <a:pt x="65734" y="41770"/>
                  <a:pt x="67901" y="47895"/>
                  <a:pt x="67901" y="54020"/>
                </a:cubicBezTo>
                <a:lnTo>
                  <a:pt x="67901" y="81042"/>
                </a:lnTo>
                <a:cubicBezTo>
                  <a:pt x="67901" y="83924"/>
                  <a:pt x="65734" y="85365"/>
                  <a:pt x="63566" y="85365"/>
                </a:cubicBezTo>
                <a:lnTo>
                  <a:pt x="4695" y="85365"/>
                </a:lnTo>
                <a:cubicBezTo>
                  <a:pt x="2528" y="85365"/>
                  <a:pt x="0" y="83924"/>
                  <a:pt x="0" y="81042"/>
                </a:cubicBezTo>
                <a:lnTo>
                  <a:pt x="0" y="54020"/>
                </a:lnTo>
                <a:cubicBezTo>
                  <a:pt x="0" y="47895"/>
                  <a:pt x="2528" y="41770"/>
                  <a:pt x="6140" y="37447"/>
                </a:cubicBezTo>
                <a:cubicBezTo>
                  <a:pt x="7946" y="35285"/>
                  <a:pt x="10835" y="34925"/>
                  <a:pt x="12280" y="36366"/>
                </a:cubicBezTo>
                <a:close/>
                <a:moveTo>
                  <a:pt x="256816" y="8902"/>
                </a:moveTo>
                <a:cubicBezTo>
                  <a:pt x="251065" y="8902"/>
                  <a:pt x="246752" y="13175"/>
                  <a:pt x="246752" y="18872"/>
                </a:cubicBezTo>
                <a:cubicBezTo>
                  <a:pt x="246752" y="24569"/>
                  <a:pt x="251065" y="29198"/>
                  <a:pt x="256816" y="29198"/>
                </a:cubicBezTo>
                <a:cubicBezTo>
                  <a:pt x="262926" y="29198"/>
                  <a:pt x="267599" y="24569"/>
                  <a:pt x="267599" y="18872"/>
                </a:cubicBezTo>
                <a:cubicBezTo>
                  <a:pt x="267599" y="13175"/>
                  <a:pt x="262926" y="8902"/>
                  <a:pt x="256816" y="8902"/>
                </a:cubicBezTo>
                <a:close/>
                <a:moveTo>
                  <a:pt x="34565" y="8902"/>
                </a:moveTo>
                <a:cubicBezTo>
                  <a:pt x="29174" y="8902"/>
                  <a:pt x="24501" y="13175"/>
                  <a:pt x="24501" y="18872"/>
                </a:cubicBezTo>
                <a:cubicBezTo>
                  <a:pt x="24501" y="24569"/>
                  <a:pt x="29174" y="29198"/>
                  <a:pt x="34565" y="29198"/>
                </a:cubicBezTo>
                <a:cubicBezTo>
                  <a:pt x="40316" y="29198"/>
                  <a:pt x="44629" y="24569"/>
                  <a:pt x="44629" y="18872"/>
                </a:cubicBezTo>
                <a:cubicBezTo>
                  <a:pt x="44629" y="13175"/>
                  <a:pt x="40316" y="8902"/>
                  <a:pt x="34565" y="8902"/>
                </a:cubicBezTo>
                <a:close/>
                <a:moveTo>
                  <a:pt x="256816" y="0"/>
                </a:moveTo>
                <a:cubicBezTo>
                  <a:pt x="267599" y="0"/>
                  <a:pt x="275866" y="8189"/>
                  <a:pt x="275866" y="18872"/>
                </a:cubicBezTo>
                <a:cubicBezTo>
                  <a:pt x="275866" y="29198"/>
                  <a:pt x="267599" y="37744"/>
                  <a:pt x="256816" y="37744"/>
                </a:cubicBezTo>
                <a:cubicBezTo>
                  <a:pt x="246752" y="37744"/>
                  <a:pt x="238125" y="29198"/>
                  <a:pt x="238125" y="18872"/>
                </a:cubicBezTo>
                <a:cubicBezTo>
                  <a:pt x="238125" y="8189"/>
                  <a:pt x="246752" y="0"/>
                  <a:pt x="256816" y="0"/>
                </a:cubicBezTo>
                <a:close/>
                <a:moveTo>
                  <a:pt x="34565" y="0"/>
                </a:moveTo>
                <a:cubicBezTo>
                  <a:pt x="45348" y="0"/>
                  <a:pt x="53615" y="8189"/>
                  <a:pt x="53615" y="18872"/>
                </a:cubicBezTo>
                <a:cubicBezTo>
                  <a:pt x="53615" y="29198"/>
                  <a:pt x="45348" y="37744"/>
                  <a:pt x="34565" y="37744"/>
                </a:cubicBezTo>
                <a:cubicBezTo>
                  <a:pt x="24142" y="37744"/>
                  <a:pt x="15875" y="29198"/>
                  <a:pt x="15875" y="18872"/>
                </a:cubicBezTo>
                <a:cubicBezTo>
                  <a:pt x="15875" y="8189"/>
                  <a:pt x="24142" y="0"/>
                  <a:pt x="34565" y="0"/>
                </a:cubicBezTo>
                <a:close/>
              </a:path>
            </a:pathLst>
          </a:custGeom>
          <a:solidFill>
            <a:srgbClr val="25438D"/>
          </a:solidFill>
          <a:ln w="3175">
            <a:solidFill>
              <a:srgbClr val="25438D"/>
            </a:solidFill>
          </a:ln>
          <a:effectLst/>
        </p:spPr>
        <p:txBody>
          <a:bodyPr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57489E7-D263-3B1A-B3F7-44C63D17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02" y="1557007"/>
            <a:ext cx="809623" cy="809621"/>
          </a:xfrm>
          <a:custGeom>
            <a:avLst/>
            <a:gdLst>
              <a:gd name="T0" fmla="*/ 866 w 1733"/>
              <a:gd name="T1" fmla="*/ 0 h 1734"/>
              <a:gd name="T2" fmla="*/ 866 w 1733"/>
              <a:gd name="T3" fmla="*/ 0 h 1734"/>
              <a:gd name="T4" fmla="*/ 1732 w 1733"/>
              <a:gd name="T5" fmla="*/ 867 h 1734"/>
              <a:gd name="T6" fmla="*/ 1732 w 1733"/>
              <a:gd name="T7" fmla="*/ 867 h 1734"/>
              <a:gd name="T8" fmla="*/ 866 w 1733"/>
              <a:gd name="T9" fmla="*/ 1733 h 1734"/>
              <a:gd name="T10" fmla="*/ 866 w 1733"/>
              <a:gd name="T11" fmla="*/ 1733 h 1734"/>
              <a:gd name="T12" fmla="*/ 0 w 1733"/>
              <a:gd name="T13" fmla="*/ 867 h 1734"/>
              <a:gd name="T14" fmla="*/ 0 w 1733"/>
              <a:gd name="T15" fmla="*/ 867 h 1734"/>
              <a:gd name="T16" fmla="*/ 866 w 1733"/>
              <a:gd name="T17" fmla="*/ 0 h 17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33" h="1734">
                <a:moveTo>
                  <a:pt x="866" y="0"/>
                </a:moveTo>
                <a:lnTo>
                  <a:pt x="866" y="0"/>
                </a:lnTo>
                <a:cubicBezTo>
                  <a:pt x="1344" y="0"/>
                  <a:pt x="1732" y="388"/>
                  <a:pt x="1732" y="867"/>
                </a:cubicBezTo>
                <a:lnTo>
                  <a:pt x="1732" y="867"/>
                </a:lnTo>
                <a:cubicBezTo>
                  <a:pt x="1732" y="1345"/>
                  <a:pt x="1344" y="1733"/>
                  <a:pt x="866" y="1733"/>
                </a:cubicBezTo>
                <a:lnTo>
                  <a:pt x="866" y="1733"/>
                </a:lnTo>
                <a:cubicBezTo>
                  <a:pt x="388" y="1733"/>
                  <a:pt x="0" y="1345"/>
                  <a:pt x="0" y="867"/>
                </a:cubicBezTo>
                <a:lnTo>
                  <a:pt x="0" y="867"/>
                </a:lnTo>
                <a:cubicBezTo>
                  <a:pt x="0" y="388"/>
                  <a:pt x="388" y="0"/>
                  <a:pt x="866" y="0"/>
                </a:cubicBezTo>
              </a:path>
            </a:pathLst>
          </a:custGeom>
          <a:solidFill>
            <a:srgbClr val="A7CCED"/>
          </a:solidFill>
          <a:ln>
            <a:noFill/>
          </a:ln>
          <a:effectLst/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40F6165D-F44C-6330-DD96-05FE506F7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489" y="1676493"/>
            <a:ext cx="572710" cy="57271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223">
            <a:extLst>
              <a:ext uri="{FF2B5EF4-FFF2-40B4-BE49-F238E27FC236}">
                <a16:creationId xmlns:a16="http://schemas.microsoft.com/office/drawing/2014/main" id="{CF7E1978-2377-07E1-88F6-DD987FBE3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056" y="4126478"/>
            <a:ext cx="809622" cy="809623"/>
          </a:xfrm>
          <a:custGeom>
            <a:avLst/>
            <a:gdLst>
              <a:gd name="T0" fmla="*/ 866 w 1733"/>
              <a:gd name="T1" fmla="*/ 0 h 1733"/>
              <a:gd name="T2" fmla="*/ 866 w 1733"/>
              <a:gd name="T3" fmla="*/ 0 h 1733"/>
              <a:gd name="T4" fmla="*/ 1732 w 1733"/>
              <a:gd name="T5" fmla="*/ 865 h 1733"/>
              <a:gd name="T6" fmla="*/ 1732 w 1733"/>
              <a:gd name="T7" fmla="*/ 865 h 1733"/>
              <a:gd name="T8" fmla="*/ 866 w 1733"/>
              <a:gd name="T9" fmla="*/ 1732 h 1733"/>
              <a:gd name="T10" fmla="*/ 866 w 1733"/>
              <a:gd name="T11" fmla="*/ 1732 h 1733"/>
              <a:gd name="T12" fmla="*/ 0 w 1733"/>
              <a:gd name="T13" fmla="*/ 865 h 1733"/>
              <a:gd name="T14" fmla="*/ 0 w 1733"/>
              <a:gd name="T15" fmla="*/ 865 h 1733"/>
              <a:gd name="T16" fmla="*/ 866 w 1733"/>
              <a:gd name="T17" fmla="*/ 0 h 1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33" h="1733">
                <a:moveTo>
                  <a:pt x="866" y="0"/>
                </a:moveTo>
                <a:lnTo>
                  <a:pt x="866" y="0"/>
                </a:lnTo>
                <a:cubicBezTo>
                  <a:pt x="1344" y="0"/>
                  <a:pt x="1732" y="387"/>
                  <a:pt x="1732" y="865"/>
                </a:cubicBezTo>
                <a:lnTo>
                  <a:pt x="1732" y="865"/>
                </a:lnTo>
                <a:cubicBezTo>
                  <a:pt x="1732" y="1344"/>
                  <a:pt x="1344" y="1732"/>
                  <a:pt x="866" y="1732"/>
                </a:cubicBezTo>
                <a:lnTo>
                  <a:pt x="866" y="1732"/>
                </a:lnTo>
                <a:cubicBezTo>
                  <a:pt x="387" y="1732"/>
                  <a:pt x="0" y="1344"/>
                  <a:pt x="0" y="865"/>
                </a:cubicBezTo>
                <a:lnTo>
                  <a:pt x="0" y="865"/>
                </a:lnTo>
                <a:cubicBezTo>
                  <a:pt x="0" y="387"/>
                  <a:pt x="387" y="0"/>
                  <a:pt x="866" y="0"/>
                </a:cubicBezTo>
              </a:path>
            </a:pathLst>
          </a:custGeom>
          <a:solidFill>
            <a:srgbClr val="C7D958"/>
          </a:solidFill>
          <a:ln>
            <a:noFill/>
          </a:ln>
          <a:effectLst/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Freeform 224">
            <a:extLst>
              <a:ext uri="{FF2B5EF4-FFF2-40B4-BE49-F238E27FC236}">
                <a16:creationId xmlns:a16="http://schemas.microsoft.com/office/drawing/2014/main" id="{0D18ED3E-F9E8-CD64-2467-E4464EAD1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481" y="4245966"/>
            <a:ext cx="572710" cy="572710"/>
          </a:xfrm>
          <a:custGeom>
            <a:avLst/>
            <a:gdLst>
              <a:gd name="T0" fmla="*/ 612 w 1224"/>
              <a:gd name="T1" fmla="*/ 0 h 1224"/>
              <a:gd name="T2" fmla="*/ 612 w 1224"/>
              <a:gd name="T3" fmla="*/ 0 h 1224"/>
              <a:gd name="T4" fmla="*/ 1223 w 1224"/>
              <a:gd name="T5" fmla="*/ 611 h 1224"/>
              <a:gd name="T6" fmla="*/ 1223 w 1224"/>
              <a:gd name="T7" fmla="*/ 611 h 1224"/>
              <a:gd name="T8" fmla="*/ 612 w 1224"/>
              <a:gd name="T9" fmla="*/ 1223 h 1224"/>
              <a:gd name="T10" fmla="*/ 612 w 1224"/>
              <a:gd name="T11" fmla="*/ 1223 h 1224"/>
              <a:gd name="T12" fmla="*/ 0 w 1224"/>
              <a:gd name="T13" fmla="*/ 611 h 1224"/>
              <a:gd name="T14" fmla="*/ 0 w 1224"/>
              <a:gd name="T15" fmla="*/ 611 h 1224"/>
              <a:gd name="T16" fmla="*/ 612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2" y="0"/>
                </a:moveTo>
                <a:lnTo>
                  <a:pt x="612" y="0"/>
                </a:lnTo>
                <a:cubicBezTo>
                  <a:pt x="950" y="0"/>
                  <a:pt x="1223" y="274"/>
                  <a:pt x="1223" y="611"/>
                </a:cubicBezTo>
                <a:lnTo>
                  <a:pt x="1223" y="611"/>
                </a:lnTo>
                <a:cubicBezTo>
                  <a:pt x="1223" y="949"/>
                  <a:pt x="950" y="1223"/>
                  <a:pt x="612" y="1223"/>
                </a:cubicBezTo>
                <a:lnTo>
                  <a:pt x="612" y="1223"/>
                </a:lnTo>
                <a:cubicBezTo>
                  <a:pt x="274" y="1223"/>
                  <a:pt x="0" y="949"/>
                  <a:pt x="0" y="611"/>
                </a:cubicBezTo>
                <a:lnTo>
                  <a:pt x="0" y="611"/>
                </a:lnTo>
                <a:cubicBezTo>
                  <a:pt x="0" y="274"/>
                  <a:pt x="274" y="0"/>
                  <a:pt x="612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18AB2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9" name="Grafik 18" descr="Muskulöser Arm mit einfarbiger Füllung">
            <a:extLst>
              <a:ext uri="{FF2B5EF4-FFF2-40B4-BE49-F238E27FC236}">
                <a16:creationId xmlns:a16="http://schemas.microsoft.com/office/drawing/2014/main" id="{6CC14C5D-DF46-6A8F-A027-113842ABA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0036" y="4392685"/>
            <a:ext cx="273600" cy="27360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53C3B59E-8C8D-C5DF-E68D-F262C11B2F82}"/>
              </a:ext>
            </a:extLst>
          </p:cNvPr>
          <p:cNvSpPr/>
          <p:nvPr/>
        </p:nvSpPr>
        <p:spPr>
          <a:xfrm>
            <a:off x="828625" y="1550363"/>
            <a:ext cx="2060410" cy="809621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für digitale Kommunen</a:t>
            </a:r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AF87DFF9-9F87-3878-A4C0-C4FCC3D3B1C4}"/>
              </a:ext>
            </a:extLst>
          </p:cNvPr>
          <p:cNvSpPr/>
          <p:nvPr/>
        </p:nvSpPr>
        <p:spPr>
          <a:xfrm>
            <a:off x="2253159" y="4119963"/>
            <a:ext cx="2060410" cy="809621"/>
          </a:xfrm>
          <a:prstGeom prst="roundRect">
            <a:avLst>
              <a:gd name="adj" fmla="val 15360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für engagierte Entsorger</a:t>
            </a:r>
            <a:endParaRPr lang="de-DE" sz="110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95BF70C6-DC8B-E97F-C3FE-BE3CAC93FAAD}"/>
              </a:ext>
            </a:extLst>
          </p:cNvPr>
          <p:cNvSpPr/>
          <p:nvPr/>
        </p:nvSpPr>
        <p:spPr>
          <a:xfrm>
            <a:off x="6695053" y="1550364"/>
            <a:ext cx="2060410" cy="809621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für zukunftsorientierte Unternehmen</a:t>
            </a:r>
            <a:endParaRPr lang="de-DE" sz="1100">
              <a:solidFill>
                <a:schemeClr val="bg1"/>
              </a:solidFill>
            </a:endParaRPr>
          </a:p>
        </p:txBody>
      </p:sp>
      <p:pic>
        <p:nvPicPr>
          <p:cNvPr id="23" name="Image 1">
            <a:extLst>
              <a:ext uri="{FF2B5EF4-FFF2-40B4-BE49-F238E27FC236}">
                <a16:creationId xmlns:a16="http://schemas.microsoft.com/office/drawing/2014/main" id="{DCC8B5D9-1BF2-F14B-7EBC-497781471D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5329" y="1735719"/>
            <a:ext cx="438912" cy="438912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D2D519E-7F39-1D4D-6CAA-A711146B8BFF}"/>
              </a:ext>
            </a:extLst>
          </p:cNvPr>
          <p:cNvSpPr/>
          <p:nvPr/>
        </p:nvSpPr>
        <p:spPr>
          <a:xfrm>
            <a:off x="3698237" y="2636602"/>
            <a:ext cx="2232884" cy="832927"/>
          </a:xfrm>
          <a:prstGeom prst="ellipse">
            <a:avLst/>
          </a:prstGeom>
          <a:solidFill>
            <a:schemeClr val="bg1"/>
          </a:solidFill>
          <a:ln w="76200">
            <a:solidFill>
              <a:srgbClr val="2543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b="1">
                <a:solidFill>
                  <a:srgbClr val="25438D"/>
                </a:solidFill>
              </a:rPr>
              <a:t>Lösungen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42A749F-B718-EABD-FF71-68F6B2C7685B}"/>
              </a:ext>
            </a:extLst>
          </p:cNvPr>
          <p:cNvSpPr/>
          <p:nvPr/>
        </p:nvSpPr>
        <p:spPr>
          <a:xfrm>
            <a:off x="3172044" y="1346665"/>
            <a:ext cx="3240000" cy="324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D8A3FC2-11AC-F279-CB9A-5D9F57624623}"/>
              </a:ext>
            </a:extLst>
          </p:cNvPr>
          <p:cNvSpPr/>
          <p:nvPr/>
        </p:nvSpPr>
        <p:spPr>
          <a:xfrm>
            <a:off x="828625" y="2446496"/>
            <a:ext cx="2060410" cy="476704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BürgerPlus</a:t>
            </a:r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37FCA03-131B-334B-B682-925E8280F332}"/>
              </a:ext>
            </a:extLst>
          </p:cNvPr>
          <p:cNvSpPr/>
          <p:nvPr/>
        </p:nvSpPr>
        <p:spPr>
          <a:xfrm>
            <a:off x="5360103" y="4292939"/>
            <a:ext cx="2060410" cy="476704"/>
          </a:xfrm>
          <a:prstGeom prst="roundRect">
            <a:avLst>
              <a:gd name="adj" fmla="val 15360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 err="1">
                <a:solidFill>
                  <a:schemeClr val="bg1"/>
                </a:solidFill>
              </a:rPr>
              <a:t>hofMate</a:t>
            </a:r>
            <a:endParaRPr lang="de-DE" sz="1100">
              <a:solidFill>
                <a:schemeClr val="bg1"/>
              </a:solidFill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3DFA8A26-220B-6457-4F66-F99C6244A270}"/>
              </a:ext>
            </a:extLst>
          </p:cNvPr>
          <p:cNvSpPr/>
          <p:nvPr/>
        </p:nvSpPr>
        <p:spPr>
          <a:xfrm>
            <a:off x="6695053" y="2446496"/>
            <a:ext cx="2060410" cy="476704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Powerstunden</a:t>
            </a:r>
            <a:endParaRPr lang="de-DE" sz="1100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05F75F3-04BE-06E0-D6C6-5E00D07010AB}"/>
              </a:ext>
            </a:extLst>
          </p:cNvPr>
          <p:cNvSpPr/>
          <p:nvPr/>
        </p:nvSpPr>
        <p:spPr>
          <a:xfrm>
            <a:off x="828625" y="3009712"/>
            <a:ext cx="2060410" cy="476704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KIRMA Chatbot Maintal</a:t>
            </a:r>
            <a:endParaRPr lang="de-D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81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675E-6B47-ACAE-1DD3-2D2275DB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6E46ECD2-4790-E9F2-F298-0DA75F7D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3C17DC7B-3578-4321-7A86-00CDA57E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/>
              <a:t>Viele Möglichkeiten. Noch keine gemeinsame Journey.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24C8E801-5165-ADB4-9506-4B68DBF735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Ausgangslage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708A2FFB-4A98-DE52-E04E-AEDB1969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498CE6B5-A243-22E7-91AF-694B78969763}"/>
              </a:ext>
            </a:extLst>
          </p:cNvPr>
          <p:cNvGrpSpPr/>
          <p:nvPr/>
        </p:nvGrpSpPr>
        <p:grpSpPr>
          <a:xfrm>
            <a:off x="7032269" y="1626129"/>
            <a:ext cx="809622" cy="809621"/>
            <a:chOff x="4947165" y="1711012"/>
            <a:chExt cx="809622" cy="809621"/>
          </a:xfrm>
        </p:grpSpPr>
        <p:sp>
          <p:nvSpPr>
            <p:cNvPr id="60" name="Freeform 153">
              <a:extLst>
                <a:ext uri="{FF2B5EF4-FFF2-40B4-BE49-F238E27FC236}">
                  <a16:creationId xmlns:a16="http://schemas.microsoft.com/office/drawing/2014/main" id="{F7CD857D-09A0-B517-D6C0-965C1BF2E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165" y="1711012"/>
              <a:ext cx="809622" cy="809621"/>
            </a:xfrm>
            <a:custGeom>
              <a:avLst/>
              <a:gdLst>
                <a:gd name="T0" fmla="*/ 866 w 1734"/>
                <a:gd name="T1" fmla="*/ 0 h 1734"/>
                <a:gd name="T2" fmla="*/ 866 w 1734"/>
                <a:gd name="T3" fmla="*/ 0 h 1734"/>
                <a:gd name="T4" fmla="*/ 1733 w 1734"/>
                <a:gd name="T5" fmla="*/ 867 h 1734"/>
                <a:gd name="T6" fmla="*/ 1733 w 1734"/>
                <a:gd name="T7" fmla="*/ 867 h 1734"/>
                <a:gd name="T8" fmla="*/ 866 w 1734"/>
                <a:gd name="T9" fmla="*/ 1733 h 1734"/>
                <a:gd name="T10" fmla="*/ 866 w 1734"/>
                <a:gd name="T11" fmla="*/ 1733 h 1734"/>
                <a:gd name="T12" fmla="*/ 0 w 1734"/>
                <a:gd name="T13" fmla="*/ 867 h 1734"/>
                <a:gd name="T14" fmla="*/ 0 w 1734"/>
                <a:gd name="T15" fmla="*/ 867 h 1734"/>
                <a:gd name="T16" fmla="*/ 866 w 1734"/>
                <a:gd name="T17" fmla="*/ 0 h 1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4" h="1734">
                  <a:moveTo>
                    <a:pt x="866" y="0"/>
                  </a:moveTo>
                  <a:lnTo>
                    <a:pt x="866" y="0"/>
                  </a:lnTo>
                  <a:cubicBezTo>
                    <a:pt x="1345" y="0"/>
                    <a:pt x="1733" y="388"/>
                    <a:pt x="1733" y="867"/>
                  </a:cubicBezTo>
                  <a:lnTo>
                    <a:pt x="1733" y="867"/>
                  </a:lnTo>
                  <a:cubicBezTo>
                    <a:pt x="1733" y="1345"/>
                    <a:pt x="1345" y="1733"/>
                    <a:pt x="866" y="1733"/>
                  </a:cubicBezTo>
                  <a:lnTo>
                    <a:pt x="866" y="1733"/>
                  </a:lnTo>
                  <a:cubicBezTo>
                    <a:pt x="388" y="1733"/>
                    <a:pt x="0" y="1345"/>
                    <a:pt x="0" y="867"/>
                  </a:cubicBezTo>
                  <a:lnTo>
                    <a:pt x="0" y="867"/>
                  </a:lnTo>
                  <a:cubicBezTo>
                    <a:pt x="0" y="388"/>
                    <a:pt x="388" y="0"/>
                    <a:pt x="86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4">
              <a:extLst>
                <a:ext uri="{FF2B5EF4-FFF2-40B4-BE49-F238E27FC236}">
                  <a16:creationId xmlns:a16="http://schemas.microsoft.com/office/drawing/2014/main" id="{0E5799D7-5EAB-AA60-F5DD-A6C99712E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591" y="1830498"/>
              <a:ext cx="572710" cy="572710"/>
            </a:xfrm>
            <a:custGeom>
              <a:avLst/>
              <a:gdLst>
                <a:gd name="T0" fmla="*/ 612 w 1224"/>
                <a:gd name="T1" fmla="*/ 0 h 1224"/>
                <a:gd name="T2" fmla="*/ 612 w 1224"/>
                <a:gd name="T3" fmla="*/ 0 h 1224"/>
                <a:gd name="T4" fmla="*/ 1223 w 1224"/>
                <a:gd name="T5" fmla="*/ 612 h 1224"/>
                <a:gd name="T6" fmla="*/ 1223 w 1224"/>
                <a:gd name="T7" fmla="*/ 612 h 1224"/>
                <a:gd name="T8" fmla="*/ 612 w 1224"/>
                <a:gd name="T9" fmla="*/ 1223 h 1224"/>
                <a:gd name="T10" fmla="*/ 612 w 1224"/>
                <a:gd name="T11" fmla="*/ 1223 h 1224"/>
                <a:gd name="T12" fmla="*/ 0 w 1224"/>
                <a:gd name="T13" fmla="*/ 612 h 1224"/>
                <a:gd name="T14" fmla="*/ 0 w 1224"/>
                <a:gd name="T15" fmla="*/ 612 h 1224"/>
                <a:gd name="T16" fmla="*/ 612 w 1224"/>
                <a:gd name="T17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4" h="1224">
                  <a:moveTo>
                    <a:pt x="612" y="0"/>
                  </a:moveTo>
                  <a:lnTo>
                    <a:pt x="612" y="0"/>
                  </a:lnTo>
                  <a:cubicBezTo>
                    <a:pt x="950" y="0"/>
                    <a:pt x="1223" y="274"/>
                    <a:pt x="1223" y="612"/>
                  </a:cubicBezTo>
                  <a:lnTo>
                    <a:pt x="1223" y="612"/>
                  </a:lnTo>
                  <a:cubicBezTo>
                    <a:pt x="1223" y="949"/>
                    <a:pt x="950" y="1223"/>
                    <a:pt x="612" y="1223"/>
                  </a:cubicBezTo>
                  <a:lnTo>
                    <a:pt x="612" y="1223"/>
                  </a:lnTo>
                  <a:cubicBezTo>
                    <a:pt x="274" y="1223"/>
                    <a:pt x="0" y="949"/>
                    <a:pt x="0" y="612"/>
                  </a:cubicBezTo>
                  <a:lnTo>
                    <a:pt x="0" y="612"/>
                  </a:lnTo>
                  <a:cubicBezTo>
                    <a:pt x="0" y="274"/>
                    <a:pt x="274" y="0"/>
                    <a:pt x="612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6D6A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1059">
              <a:extLst>
                <a:ext uri="{FF2B5EF4-FFF2-40B4-BE49-F238E27FC236}">
                  <a16:creationId xmlns:a16="http://schemas.microsoft.com/office/drawing/2014/main" id="{C2F6C1BF-C14F-2567-E3F5-21A31FFAB5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14792" y="1980491"/>
              <a:ext cx="274366" cy="272723"/>
            </a:xfrm>
            <a:custGeom>
              <a:avLst/>
              <a:gdLst>
                <a:gd name="T0" fmla="*/ 89779237 w 291737"/>
                <a:gd name="T1" fmla="*/ 109284772 h 290153"/>
                <a:gd name="T2" fmla="*/ 102871663 w 291737"/>
                <a:gd name="T3" fmla="*/ 104718570 h 290153"/>
                <a:gd name="T4" fmla="*/ 123273045 w 291737"/>
                <a:gd name="T5" fmla="*/ 122214270 h 290153"/>
                <a:gd name="T6" fmla="*/ 124538682 w 291737"/>
                <a:gd name="T7" fmla="*/ 105031042 h 290153"/>
                <a:gd name="T8" fmla="*/ 99391902 w 291737"/>
                <a:gd name="T9" fmla="*/ 125807186 h 290153"/>
                <a:gd name="T10" fmla="*/ 102871663 w 291737"/>
                <a:gd name="T11" fmla="*/ 104718570 h 290153"/>
                <a:gd name="T12" fmla="*/ 3931849 w 291737"/>
                <a:gd name="T13" fmla="*/ 122214270 h 290153"/>
                <a:gd name="T14" fmla="*/ 24383897 w 291737"/>
                <a:gd name="T15" fmla="*/ 104718570 h 290153"/>
                <a:gd name="T16" fmla="*/ 27686387 w 291737"/>
                <a:gd name="T17" fmla="*/ 125807186 h 290153"/>
                <a:gd name="T18" fmla="*/ 2675210 w 291737"/>
                <a:gd name="T19" fmla="*/ 105031042 h 290153"/>
                <a:gd name="T20" fmla="*/ 111858698 w 291737"/>
                <a:gd name="T21" fmla="*/ 101300184 h 290153"/>
                <a:gd name="T22" fmla="*/ 10672229 w 291737"/>
                <a:gd name="T23" fmla="*/ 96976848 h 290153"/>
                <a:gd name="T24" fmla="*/ 111858698 w 291737"/>
                <a:gd name="T25" fmla="*/ 88794158 h 290153"/>
                <a:gd name="T26" fmla="*/ 111858698 w 291737"/>
                <a:gd name="T27" fmla="*/ 88794158 h 290153"/>
                <a:gd name="T28" fmla="*/ 6915088 w 291737"/>
                <a:gd name="T29" fmla="*/ 96976848 h 290153"/>
                <a:gd name="T30" fmla="*/ 99462300 w 291737"/>
                <a:gd name="T31" fmla="*/ 96153616 h 290153"/>
                <a:gd name="T32" fmla="*/ 82229262 w 291737"/>
                <a:gd name="T33" fmla="*/ 84875441 h 290153"/>
                <a:gd name="T34" fmla="*/ 44678279 w 291737"/>
                <a:gd name="T35" fmla="*/ 84875441 h 290153"/>
                <a:gd name="T36" fmla="*/ 27764580 w 291737"/>
                <a:gd name="T37" fmla="*/ 96153616 h 290153"/>
                <a:gd name="T38" fmla="*/ 52334178 w 291737"/>
                <a:gd name="T39" fmla="*/ 68852146 h 290153"/>
                <a:gd name="T40" fmla="*/ 72313118 w 291737"/>
                <a:gd name="T41" fmla="*/ 64165631 h 290153"/>
                <a:gd name="T42" fmla="*/ 77976585 w 291737"/>
                <a:gd name="T43" fmla="*/ 80724467 h 290153"/>
                <a:gd name="T44" fmla="*/ 48401249 w 291737"/>
                <a:gd name="T45" fmla="*/ 68852146 h 290153"/>
                <a:gd name="T46" fmla="*/ 59193458 w 291737"/>
                <a:gd name="T47" fmla="*/ 54222035 h 290153"/>
                <a:gd name="T48" fmla="*/ 63536008 w 291737"/>
                <a:gd name="T49" fmla="*/ 46117364 h 290153"/>
                <a:gd name="T50" fmla="*/ 63536008 w 291737"/>
                <a:gd name="T51" fmla="*/ 46117364 h 290153"/>
                <a:gd name="T52" fmla="*/ 111765453 w 291737"/>
                <a:gd name="T53" fmla="*/ 83819484 h 290153"/>
                <a:gd name="T54" fmla="*/ 15051580 w 291737"/>
                <a:gd name="T55" fmla="*/ 41987648 h 290153"/>
                <a:gd name="T56" fmla="*/ 13138120 w 291737"/>
                <a:gd name="T57" fmla="*/ 82102572 h 290153"/>
                <a:gd name="T58" fmla="*/ 91709610 w 291737"/>
                <a:gd name="T59" fmla="*/ 35208138 h 290153"/>
                <a:gd name="T60" fmla="*/ 77223386 w 291737"/>
                <a:gd name="T61" fmla="*/ 49457136 h 290153"/>
                <a:gd name="T62" fmla="*/ 37911938 w 291737"/>
                <a:gd name="T63" fmla="*/ 35208138 h 290153"/>
                <a:gd name="T64" fmla="*/ 46976875 w 291737"/>
                <a:gd name="T65" fmla="*/ 49457136 h 290153"/>
                <a:gd name="T66" fmla="*/ 89779237 w 291737"/>
                <a:gd name="T67" fmla="*/ 16518775 h 290153"/>
                <a:gd name="T68" fmla="*/ 34572388 w 291737"/>
                <a:gd name="T69" fmla="*/ 18502114 h 290153"/>
                <a:gd name="T70" fmla="*/ 101289900 w 291737"/>
                <a:gd name="T71" fmla="*/ 23421996 h 290153"/>
                <a:gd name="T72" fmla="*/ 121533257 w 291737"/>
                <a:gd name="T73" fmla="*/ 18424099 h 290153"/>
                <a:gd name="T74" fmla="*/ 127068263 w 291737"/>
                <a:gd name="T75" fmla="*/ 35139610 h 290153"/>
                <a:gd name="T76" fmla="*/ 97494406 w 291737"/>
                <a:gd name="T77" fmla="*/ 23421996 h 290153"/>
                <a:gd name="T78" fmla="*/ 5662450 w 291737"/>
                <a:gd name="T79" fmla="*/ 18424099 h 290153"/>
                <a:gd name="T80" fmla="*/ 25641957 w 291737"/>
                <a:gd name="T81" fmla="*/ 23421996 h 290153"/>
                <a:gd name="T82" fmla="*/ 29575230 w 291737"/>
                <a:gd name="T83" fmla="*/ 23421996 h 290153"/>
                <a:gd name="T84" fmla="*/ 0 w 291737"/>
                <a:gd name="T85" fmla="*/ 35139610 h 290153"/>
                <a:gd name="T86" fmla="*/ 111858698 w 291737"/>
                <a:gd name="T87" fmla="*/ 3859771 h 290153"/>
                <a:gd name="T88" fmla="*/ 111858698 w 291737"/>
                <a:gd name="T89" fmla="*/ 3859771 h 290153"/>
                <a:gd name="T90" fmla="*/ 19439297 w 291737"/>
                <a:gd name="T91" fmla="*/ 8182036 h 290153"/>
                <a:gd name="T92" fmla="*/ 111858698 w 291737"/>
                <a:gd name="T93" fmla="*/ 16365797 h 290153"/>
                <a:gd name="T94" fmla="*/ 23352569 w 291737"/>
                <a:gd name="T95" fmla="*/ 8182036 h 29015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91737" h="290153">
                  <a:moveTo>
                    <a:pt x="83671" y="242888"/>
                  </a:moveTo>
                  <a:lnTo>
                    <a:pt x="206125" y="242888"/>
                  </a:lnTo>
                  <a:cubicBezTo>
                    <a:pt x="208631" y="242888"/>
                    <a:pt x="210779" y="245086"/>
                    <a:pt x="210779" y="247651"/>
                  </a:cubicBezTo>
                  <a:cubicBezTo>
                    <a:pt x="210779" y="250215"/>
                    <a:pt x="208631" y="252047"/>
                    <a:pt x="206125" y="252047"/>
                  </a:cubicBezTo>
                  <a:lnTo>
                    <a:pt x="83671" y="252047"/>
                  </a:lnTo>
                  <a:cubicBezTo>
                    <a:pt x="81523" y="252047"/>
                    <a:pt x="79375" y="250215"/>
                    <a:pt x="79375" y="247651"/>
                  </a:cubicBezTo>
                  <a:cubicBezTo>
                    <a:pt x="79375" y="245086"/>
                    <a:pt x="81523" y="242888"/>
                    <a:pt x="83671" y="242888"/>
                  </a:cubicBezTo>
                  <a:close/>
                  <a:moveTo>
                    <a:pt x="236183" y="241515"/>
                  </a:moveTo>
                  <a:cubicBezTo>
                    <a:pt x="237998" y="242956"/>
                    <a:pt x="238361" y="245838"/>
                    <a:pt x="236546" y="248000"/>
                  </a:cubicBezTo>
                  <a:cubicBezTo>
                    <a:pt x="233641" y="250882"/>
                    <a:pt x="232552" y="254845"/>
                    <a:pt x="232552" y="258808"/>
                  </a:cubicBezTo>
                  <a:lnTo>
                    <a:pt x="232552" y="281866"/>
                  </a:lnTo>
                  <a:lnTo>
                    <a:pt x="283023" y="281866"/>
                  </a:lnTo>
                  <a:lnTo>
                    <a:pt x="283023" y="258808"/>
                  </a:lnTo>
                  <a:cubicBezTo>
                    <a:pt x="283023" y="254845"/>
                    <a:pt x="281570" y="250882"/>
                    <a:pt x="279029" y="248000"/>
                  </a:cubicBezTo>
                  <a:cubicBezTo>
                    <a:pt x="277213" y="245838"/>
                    <a:pt x="277939" y="242956"/>
                    <a:pt x="279392" y="241515"/>
                  </a:cubicBezTo>
                  <a:cubicBezTo>
                    <a:pt x="281570" y="239713"/>
                    <a:pt x="284475" y="240074"/>
                    <a:pt x="285928" y="242235"/>
                  </a:cubicBezTo>
                  <a:cubicBezTo>
                    <a:pt x="289559" y="246559"/>
                    <a:pt x="291737" y="252683"/>
                    <a:pt x="291737" y="258808"/>
                  </a:cubicBezTo>
                  <a:lnTo>
                    <a:pt x="291737" y="285830"/>
                  </a:lnTo>
                  <a:cubicBezTo>
                    <a:pt x="291737" y="288712"/>
                    <a:pt x="289922" y="290153"/>
                    <a:pt x="287743" y="290153"/>
                  </a:cubicBezTo>
                  <a:lnTo>
                    <a:pt x="228194" y="290153"/>
                  </a:lnTo>
                  <a:cubicBezTo>
                    <a:pt x="226016" y="290153"/>
                    <a:pt x="223837" y="288712"/>
                    <a:pt x="223837" y="285830"/>
                  </a:cubicBezTo>
                  <a:lnTo>
                    <a:pt x="223837" y="258808"/>
                  </a:lnTo>
                  <a:cubicBezTo>
                    <a:pt x="223837" y="252683"/>
                    <a:pt x="226016" y="246559"/>
                    <a:pt x="229647" y="242235"/>
                  </a:cubicBezTo>
                  <a:cubicBezTo>
                    <a:pt x="231462" y="240074"/>
                    <a:pt x="234367" y="239713"/>
                    <a:pt x="236183" y="241515"/>
                  </a:cubicBezTo>
                  <a:close/>
                  <a:moveTo>
                    <a:pt x="12280" y="241515"/>
                  </a:moveTo>
                  <a:cubicBezTo>
                    <a:pt x="14447" y="242956"/>
                    <a:pt x="14808" y="245838"/>
                    <a:pt x="13002" y="248000"/>
                  </a:cubicBezTo>
                  <a:cubicBezTo>
                    <a:pt x="10835" y="250882"/>
                    <a:pt x="9029" y="254845"/>
                    <a:pt x="9029" y="258808"/>
                  </a:cubicBezTo>
                  <a:lnTo>
                    <a:pt x="9029" y="281866"/>
                  </a:lnTo>
                  <a:lnTo>
                    <a:pt x="59232" y="281866"/>
                  </a:lnTo>
                  <a:lnTo>
                    <a:pt x="59232" y="258808"/>
                  </a:lnTo>
                  <a:cubicBezTo>
                    <a:pt x="59232" y="254845"/>
                    <a:pt x="57788" y="250882"/>
                    <a:pt x="55259" y="248000"/>
                  </a:cubicBezTo>
                  <a:cubicBezTo>
                    <a:pt x="53454" y="245838"/>
                    <a:pt x="54176" y="242956"/>
                    <a:pt x="55982" y="241515"/>
                  </a:cubicBezTo>
                  <a:cubicBezTo>
                    <a:pt x="57788" y="239713"/>
                    <a:pt x="60677" y="240074"/>
                    <a:pt x="61761" y="242235"/>
                  </a:cubicBezTo>
                  <a:cubicBezTo>
                    <a:pt x="65734" y="246559"/>
                    <a:pt x="67901" y="252683"/>
                    <a:pt x="67901" y="258808"/>
                  </a:cubicBezTo>
                  <a:lnTo>
                    <a:pt x="67901" y="285830"/>
                  </a:lnTo>
                  <a:cubicBezTo>
                    <a:pt x="67901" y="288712"/>
                    <a:pt x="65734" y="290153"/>
                    <a:pt x="63566" y="290153"/>
                  </a:cubicBezTo>
                  <a:lnTo>
                    <a:pt x="4695" y="290153"/>
                  </a:lnTo>
                  <a:cubicBezTo>
                    <a:pt x="2528" y="290153"/>
                    <a:pt x="0" y="288712"/>
                    <a:pt x="0" y="285830"/>
                  </a:cubicBezTo>
                  <a:lnTo>
                    <a:pt x="0" y="258808"/>
                  </a:lnTo>
                  <a:cubicBezTo>
                    <a:pt x="0" y="252683"/>
                    <a:pt x="2528" y="246559"/>
                    <a:pt x="6140" y="242235"/>
                  </a:cubicBezTo>
                  <a:cubicBezTo>
                    <a:pt x="7946" y="240074"/>
                    <a:pt x="10835" y="239713"/>
                    <a:pt x="12280" y="241515"/>
                  </a:cubicBezTo>
                  <a:close/>
                  <a:moveTo>
                    <a:pt x="256816" y="213690"/>
                  </a:moveTo>
                  <a:cubicBezTo>
                    <a:pt x="251065" y="213690"/>
                    <a:pt x="246752" y="217963"/>
                    <a:pt x="246752" y="223660"/>
                  </a:cubicBezTo>
                  <a:cubicBezTo>
                    <a:pt x="246752" y="229357"/>
                    <a:pt x="251065" y="233630"/>
                    <a:pt x="256816" y="233630"/>
                  </a:cubicBezTo>
                  <a:cubicBezTo>
                    <a:pt x="262926" y="233630"/>
                    <a:pt x="267599" y="229357"/>
                    <a:pt x="267599" y="223660"/>
                  </a:cubicBezTo>
                  <a:cubicBezTo>
                    <a:pt x="267599" y="217963"/>
                    <a:pt x="262926" y="213690"/>
                    <a:pt x="256816" y="213690"/>
                  </a:cubicBezTo>
                  <a:close/>
                  <a:moveTo>
                    <a:pt x="34565" y="213690"/>
                  </a:moveTo>
                  <a:cubicBezTo>
                    <a:pt x="29174" y="213690"/>
                    <a:pt x="24501" y="217963"/>
                    <a:pt x="24501" y="223660"/>
                  </a:cubicBezTo>
                  <a:cubicBezTo>
                    <a:pt x="24501" y="229357"/>
                    <a:pt x="29174" y="233630"/>
                    <a:pt x="34565" y="233630"/>
                  </a:cubicBezTo>
                  <a:cubicBezTo>
                    <a:pt x="40316" y="233630"/>
                    <a:pt x="44629" y="229357"/>
                    <a:pt x="44629" y="223660"/>
                  </a:cubicBezTo>
                  <a:cubicBezTo>
                    <a:pt x="44629" y="217963"/>
                    <a:pt x="40316" y="213690"/>
                    <a:pt x="34565" y="213690"/>
                  </a:cubicBezTo>
                  <a:close/>
                  <a:moveTo>
                    <a:pt x="256816" y="204788"/>
                  </a:moveTo>
                  <a:cubicBezTo>
                    <a:pt x="267599" y="204788"/>
                    <a:pt x="275866" y="213334"/>
                    <a:pt x="275866" y="223660"/>
                  </a:cubicBezTo>
                  <a:cubicBezTo>
                    <a:pt x="275866" y="234342"/>
                    <a:pt x="267599" y="242532"/>
                    <a:pt x="256816" y="242532"/>
                  </a:cubicBezTo>
                  <a:cubicBezTo>
                    <a:pt x="246752" y="242532"/>
                    <a:pt x="238125" y="234342"/>
                    <a:pt x="238125" y="223660"/>
                  </a:cubicBezTo>
                  <a:cubicBezTo>
                    <a:pt x="238125" y="213334"/>
                    <a:pt x="246752" y="204788"/>
                    <a:pt x="256816" y="204788"/>
                  </a:cubicBezTo>
                  <a:close/>
                  <a:moveTo>
                    <a:pt x="34565" y="204788"/>
                  </a:moveTo>
                  <a:cubicBezTo>
                    <a:pt x="45348" y="204788"/>
                    <a:pt x="53615" y="213334"/>
                    <a:pt x="53615" y="223660"/>
                  </a:cubicBezTo>
                  <a:cubicBezTo>
                    <a:pt x="53615" y="234342"/>
                    <a:pt x="45348" y="242532"/>
                    <a:pt x="34565" y="242532"/>
                  </a:cubicBezTo>
                  <a:cubicBezTo>
                    <a:pt x="24142" y="242532"/>
                    <a:pt x="15875" y="234342"/>
                    <a:pt x="15875" y="223660"/>
                  </a:cubicBezTo>
                  <a:cubicBezTo>
                    <a:pt x="15875" y="213334"/>
                    <a:pt x="24142" y="204788"/>
                    <a:pt x="34565" y="204788"/>
                  </a:cubicBezTo>
                  <a:close/>
                  <a:moveTo>
                    <a:pt x="188791" y="189157"/>
                  </a:moveTo>
                  <a:cubicBezTo>
                    <a:pt x="190622" y="187325"/>
                    <a:pt x="193553" y="187325"/>
                    <a:pt x="195385" y="189157"/>
                  </a:cubicBezTo>
                  <a:lnTo>
                    <a:pt x="228356" y="221762"/>
                  </a:lnTo>
                  <a:cubicBezTo>
                    <a:pt x="229821" y="223960"/>
                    <a:pt x="229821" y="226891"/>
                    <a:pt x="228356" y="228356"/>
                  </a:cubicBezTo>
                  <a:cubicBezTo>
                    <a:pt x="226890" y="229089"/>
                    <a:pt x="226157" y="229822"/>
                    <a:pt x="225058" y="229822"/>
                  </a:cubicBezTo>
                  <a:cubicBezTo>
                    <a:pt x="223593" y="229822"/>
                    <a:pt x="222860" y="229089"/>
                    <a:pt x="222128" y="228356"/>
                  </a:cubicBezTo>
                  <a:lnTo>
                    <a:pt x="188791" y="195751"/>
                  </a:lnTo>
                  <a:cubicBezTo>
                    <a:pt x="187325" y="193553"/>
                    <a:pt x="187325" y="190622"/>
                    <a:pt x="188791" y="189157"/>
                  </a:cubicBezTo>
                  <a:close/>
                  <a:moveTo>
                    <a:pt x="96349" y="189157"/>
                  </a:moveTo>
                  <a:cubicBezTo>
                    <a:pt x="98180" y="187325"/>
                    <a:pt x="100745" y="187325"/>
                    <a:pt x="102577" y="189157"/>
                  </a:cubicBezTo>
                  <a:cubicBezTo>
                    <a:pt x="104408" y="190622"/>
                    <a:pt x="104408" y="193553"/>
                    <a:pt x="102577" y="195751"/>
                  </a:cubicBezTo>
                  <a:lnTo>
                    <a:pt x="69971" y="228356"/>
                  </a:lnTo>
                  <a:cubicBezTo>
                    <a:pt x="68872" y="229089"/>
                    <a:pt x="67773" y="229822"/>
                    <a:pt x="66674" y="229822"/>
                  </a:cubicBezTo>
                  <a:cubicBezTo>
                    <a:pt x="65575" y="229822"/>
                    <a:pt x="64476" y="229089"/>
                    <a:pt x="63744" y="228356"/>
                  </a:cubicBezTo>
                  <a:cubicBezTo>
                    <a:pt x="61912" y="226891"/>
                    <a:pt x="61912" y="223960"/>
                    <a:pt x="63744" y="221762"/>
                  </a:cubicBezTo>
                  <a:lnTo>
                    <a:pt x="96349" y="189157"/>
                  </a:lnTo>
                  <a:close/>
                  <a:moveTo>
                    <a:pt x="123405" y="141862"/>
                  </a:moveTo>
                  <a:cubicBezTo>
                    <a:pt x="125572" y="142943"/>
                    <a:pt x="125572" y="145825"/>
                    <a:pt x="123766" y="147987"/>
                  </a:cubicBezTo>
                  <a:cubicBezTo>
                    <a:pt x="121599" y="150509"/>
                    <a:pt x="120154" y="154832"/>
                    <a:pt x="120154" y="158795"/>
                  </a:cubicBezTo>
                  <a:lnTo>
                    <a:pt x="120154" y="181493"/>
                  </a:lnTo>
                  <a:lnTo>
                    <a:pt x="169996" y="181493"/>
                  </a:lnTo>
                  <a:lnTo>
                    <a:pt x="169996" y="158795"/>
                  </a:lnTo>
                  <a:cubicBezTo>
                    <a:pt x="169996" y="154832"/>
                    <a:pt x="168913" y="150509"/>
                    <a:pt x="166023" y="147987"/>
                  </a:cubicBezTo>
                  <a:cubicBezTo>
                    <a:pt x="164217" y="145825"/>
                    <a:pt x="164940" y="142943"/>
                    <a:pt x="166746" y="141862"/>
                  </a:cubicBezTo>
                  <a:cubicBezTo>
                    <a:pt x="168552" y="140061"/>
                    <a:pt x="171802" y="140421"/>
                    <a:pt x="172886" y="142222"/>
                  </a:cubicBezTo>
                  <a:cubicBezTo>
                    <a:pt x="176498" y="146546"/>
                    <a:pt x="179026" y="152670"/>
                    <a:pt x="179026" y="158795"/>
                  </a:cubicBezTo>
                  <a:lnTo>
                    <a:pt x="179026" y="186177"/>
                  </a:lnTo>
                  <a:cubicBezTo>
                    <a:pt x="179026" y="188699"/>
                    <a:pt x="176859" y="190140"/>
                    <a:pt x="174691" y="190140"/>
                  </a:cubicBezTo>
                  <a:lnTo>
                    <a:pt x="115820" y="190140"/>
                  </a:lnTo>
                  <a:cubicBezTo>
                    <a:pt x="113292" y="190140"/>
                    <a:pt x="111125" y="188699"/>
                    <a:pt x="111125" y="186177"/>
                  </a:cubicBezTo>
                  <a:lnTo>
                    <a:pt x="111125" y="158795"/>
                  </a:lnTo>
                  <a:cubicBezTo>
                    <a:pt x="111125" y="152670"/>
                    <a:pt x="113292" y="146546"/>
                    <a:pt x="117265" y="142222"/>
                  </a:cubicBezTo>
                  <a:cubicBezTo>
                    <a:pt x="118709" y="140421"/>
                    <a:pt x="121599" y="139700"/>
                    <a:pt x="123405" y="141862"/>
                  </a:cubicBezTo>
                  <a:close/>
                  <a:moveTo>
                    <a:pt x="145872" y="114990"/>
                  </a:moveTo>
                  <a:cubicBezTo>
                    <a:pt x="140175" y="114990"/>
                    <a:pt x="135902" y="119662"/>
                    <a:pt x="135902" y="125054"/>
                  </a:cubicBezTo>
                  <a:cubicBezTo>
                    <a:pt x="135902" y="130805"/>
                    <a:pt x="140175" y="135118"/>
                    <a:pt x="145872" y="135118"/>
                  </a:cubicBezTo>
                  <a:cubicBezTo>
                    <a:pt x="151569" y="135118"/>
                    <a:pt x="155842" y="130805"/>
                    <a:pt x="155842" y="125054"/>
                  </a:cubicBezTo>
                  <a:cubicBezTo>
                    <a:pt x="155842" y="119662"/>
                    <a:pt x="151569" y="114990"/>
                    <a:pt x="145872" y="114990"/>
                  </a:cubicBezTo>
                  <a:close/>
                  <a:moveTo>
                    <a:pt x="145872" y="106363"/>
                  </a:moveTo>
                  <a:cubicBezTo>
                    <a:pt x="156554" y="106363"/>
                    <a:pt x="164744" y="114271"/>
                    <a:pt x="164744" y="125054"/>
                  </a:cubicBezTo>
                  <a:cubicBezTo>
                    <a:pt x="164744" y="135477"/>
                    <a:pt x="156554" y="144104"/>
                    <a:pt x="145872" y="144104"/>
                  </a:cubicBezTo>
                  <a:cubicBezTo>
                    <a:pt x="135546" y="144104"/>
                    <a:pt x="127000" y="135477"/>
                    <a:pt x="127000" y="125054"/>
                  </a:cubicBezTo>
                  <a:cubicBezTo>
                    <a:pt x="127000" y="114271"/>
                    <a:pt x="135546" y="106363"/>
                    <a:pt x="145872" y="106363"/>
                  </a:cubicBezTo>
                  <a:close/>
                  <a:moveTo>
                    <a:pt x="256603" y="96838"/>
                  </a:moveTo>
                  <a:cubicBezTo>
                    <a:pt x="259270" y="96838"/>
                    <a:pt x="261556" y="98998"/>
                    <a:pt x="261556" y="101158"/>
                  </a:cubicBezTo>
                  <a:lnTo>
                    <a:pt x="261556" y="189355"/>
                  </a:lnTo>
                  <a:cubicBezTo>
                    <a:pt x="261556" y="191875"/>
                    <a:pt x="259270" y="193315"/>
                    <a:pt x="256603" y="193315"/>
                  </a:cubicBezTo>
                  <a:cubicBezTo>
                    <a:pt x="254317" y="193315"/>
                    <a:pt x="252412" y="191875"/>
                    <a:pt x="252412" y="189355"/>
                  </a:cubicBezTo>
                  <a:lnTo>
                    <a:pt x="252412" y="101158"/>
                  </a:lnTo>
                  <a:cubicBezTo>
                    <a:pt x="252412" y="98998"/>
                    <a:pt x="254317" y="96838"/>
                    <a:pt x="256603" y="96838"/>
                  </a:cubicBezTo>
                  <a:close/>
                  <a:moveTo>
                    <a:pt x="34558" y="96838"/>
                  </a:moveTo>
                  <a:cubicBezTo>
                    <a:pt x="37122" y="96838"/>
                    <a:pt x="39320" y="98998"/>
                    <a:pt x="39320" y="101158"/>
                  </a:cubicBezTo>
                  <a:lnTo>
                    <a:pt x="39320" y="189355"/>
                  </a:lnTo>
                  <a:cubicBezTo>
                    <a:pt x="39320" y="191875"/>
                    <a:pt x="37122" y="193315"/>
                    <a:pt x="34558" y="193315"/>
                  </a:cubicBezTo>
                  <a:cubicBezTo>
                    <a:pt x="31993" y="193315"/>
                    <a:pt x="30162" y="191875"/>
                    <a:pt x="30162" y="189355"/>
                  </a:cubicBezTo>
                  <a:lnTo>
                    <a:pt x="30162" y="101158"/>
                  </a:lnTo>
                  <a:cubicBezTo>
                    <a:pt x="30162" y="98998"/>
                    <a:pt x="31993" y="96838"/>
                    <a:pt x="34558" y="96838"/>
                  </a:cubicBezTo>
                  <a:close/>
                  <a:moveTo>
                    <a:pt x="204410" y="81201"/>
                  </a:moveTo>
                  <a:cubicBezTo>
                    <a:pt x="206218" y="79375"/>
                    <a:pt x="208387" y="79375"/>
                    <a:pt x="210556" y="81201"/>
                  </a:cubicBezTo>
                  <a:cubicBezTo>
                    <a:pt x="212364" y="82661"/>
                    <a:pt x="212364" y="85582"/>
                    <a:pt x="210556" y="87408"/>
                  </a:cubicBezTo>
                  <a:lnTo>
                    <a:pt x="184166" y="114063"/>
                  </a:lnTo>
                  <a:cubicBezTo>
                    <a:pt x="183081" y="114793"/>
                    <a:pt x="181996" y="115523"/>
                    <a:pt x="180912" y="115523"/>
                  </a:cubicBezTo>
                  <a:cubicBezTo>
                    <a:pt x="179466" y="115523"/>
                    <a:pt x="178743" y="114793"/>
                    <a:pt x="177297" y="114063"/>
                  </a:cubicBezTo>
                  <a:cubicBezTo>
                    <a:pt x="176212" y="112602"/>
                    <a:pt x="176212" y="109681"/>
                    <a:pt x="177297" y="107855"/>
                  </a:cubicBezTo>
                  <a:lnTo>
                    <a:pt x="204410" y="81201"/>
                  </a:lnTo>
                  <a:close/>
                  <a:moveTo>
                    <a:pt x="80835" y="81201"/>
                  </a:moveTo>
                  <a:cubicBezTo>
                    <a:pt x="82661" y="79375"/>
                    <a:pt x="85947" y="79375"/>
                    <a:pt x="87042" y="81201"/>
                  </a:cubicBezTo>
                  <a:lnTo>
                    <a:pt x="114061" y="107855"/>
                  </a:lnTo>
                  <a:cubicBezTo>
                    <a:pt x="115522" y="109681"/>
                    <a:pt x="115522" y="112602"/>
                    <a:pt x="114061" y="114063"/>
                  </a:cubicBezTo>
                  <a:cubicBezTo>
                    <a:pt x="113331" y="114793"/>
                    <a:pt x="111870" y="115523"/>
                    <a:pt x="111140" y="115523"/>
                  </a:cubicBezTo>
                  <a:cubicBezTo>
                    <a:pt x="109680" y="115523"/>
                    <a:pt x="108584" y="114793"/>
                    <a:pt x="107854" y="114063"/>
                  </a:cubicBezTo>
                  <a:lnTo>
                    <a:pt x="80835" y="87408"/>
                  </a:lnTo>
                  <a:cubicBezTo>
                    <a:pt x="79375" y="85582"/>
                    <a:pt x="79375" y="82661"/>
                    <a:pt x="80835" y="81201"/>
                  </a:cubicBezTo>
                  <a:close/>
                  <a:moveTo>
                    <a:pt x="83671" y="38100"/>
                  </a:moveTo>
                  <a:lnTo>
                    <a:pt x="206125" y="38100"/>
                  </a:lnTo>
                  <a:cubicBezTo>
                    <a:pt x="208631" y="38100"/>
                    <a:pt x="210779" y="40386"/>
                    <a:pt x="210779" y="42672"/>
                  </a:cubicBezTo>
                  <a:cubicBezTo>
                    <a:pt x="210779" y="45339"/>
                    <a:pt x="208631" y="47244"/>
                    <a:pt x="206125" y="47244"/>
                  </a:cubicBezTo>
                  <a:lnTo>
                    <a:pt x="83671" y="47244"/>
                  </a:lnTo>
                  <a:cubicBezTo>
                    <a:pt x="81523" y="47244"/>
                    <a:pt x="79375" y="45339"/>
                    <a:pt x="79375" y="42672"/>
                  </a:cubicBezTo>
                  <a:cubicBezTo>
                    <a:pt x="79375" y="40386"/>
                    <a:pt x="81523" y="38100"/>
                    <a:pt x="83671" y="38100"/>
                  </a:cubicBezTo>
                  <a:close/>
                  <a:moveTo>
                    <a:pt x="236183" y="36366"/>
                  </a:moveTo>
                  <a:cubicBezTo>
                    <a:pt x="237998" y="38167"/>
                    <a:pt x="238361" y="41050"/>
                    <a:pt x="236546" y="42491"/>
                  </a:cubicBezTo>
                  <a:cubicBezTo>
                    <a:pt x="233641" y="45733"/>
                    <a:pt x="232552" y="50057"/>
                    <a:pt x="232552" y="54020"/>
                  </a:cubicBezTo>
                  <a:lnTo>
                    <a:pt x="232552" y="76718"/>
                  </a:lnTo>
                  <a:lnTo>
                    <a:pt x="283023" y="76718"/>
                  </a:lnTo>
                  <a:lnTo>
                    <a:pt x="283023" y="54020"/>
                  </a:lnTo>
                  <a:cubicBezTo>
                    <a:pt x="283023" y="50057"/>
                    <a:pt x="281570" y="45733"/>
                    <a:pt x="279029" y="42491"/>
                  </a:cubicBezTo>
                  <a:cubicBezTo>
                    <a:pt x="277213" y="41050"/>
                    <a:pt x="277939" y="38167"/>
                    <a:pt x="279392" y="36366"/>
                  </a:cubicBezTo>
                  <a:cubicBezTo>
                    <a:pt x="281570" y="34925"/>
                    <a:pt x="284475" y="35285"/>
                    <a:pt x="285928" y="37447"/>
                  </a:cubicBezTo>
                  <a:cubicBezTo>
                    <a:pt x="289559" y="41770"/>
                    <a:pt x="291737" y="47895"/>
                    <a:pt x="291737" y="54020"/>
                  </a:cubicBezTo>
                  <a:lnTo>
                    <a:pt x="291737" y="81042"/>
                  </a:lnTo>
                  <a:cubicBezTo>
                    <a:pt x="291737" y="83924"/>
                    <a:pt x="289922" y="85365"/>
                    <a:pt x="287743" y="85365"/>
                  </a:cubicBezTo>
                  <a:lnTo>
                    <a:pt x="228194" y="85365"/>
                  </a:lnTo>
                  <a:cubicBezTo>
                    <a:pt x="226016" y="85365"/>
                    <a:pt x="223837" y="83924"/>
                    <a:pt x="223837" y="81042"/>
                  </a:cubicBezTo>
                  <a:lnTo>
                    <a:pt x="223837" y="54020"/>
                  </a:lnTo>
                  <a:cubicBezTo>
                    <a:pt x="223837" y="47895"/>
                    <a:pt x="226016" y="41770"/>
                    <a:pt x="229647" y="37447"/>
                  </a:cubicBezTo>
                  <a:cubicBezTo>
                    <a:pt x="231462" y="35285"/>
                    <a:pt x="234367" y="34925"/>
                    <a:pt x="236183" y="36366"/>
                  </a:cubicBezTo>
                  <a:close/>
                  <a:moveTo>
                    <a:pt x="12280" y="36366"/>
                  </a:moveTo>
                  <a:cubicBezTo>
                    <a:pt x="14447" y="38167"/>
                    <a:pt x="14808" y="41050"/>
                    <a:pt x="13002" y="42491"/>
                  </a:cubicBezTo>
                  <a:cubicBezTo>
                    <a:pt x="10835" y="45733"/>
                    <a:pt x="9029" y="50057"/>
                    <a:pt x="9029" y="54020"/>
                  </a:cubicBezTo>
                  <a:lnTo>
                    <a:pt x="9029" y="76718"/>
                  </a:lnTo>
                  <a:lnTo>
                    <a:pt x="58871" y="76718"/>
                  </a:lnTo>
                  <a:lnTo>
                    <a:pt x="58871" y="54020"/>
                  </a:lnTo>
                  <a:cubicBezTo>
                    <a:pt x="58871" y="50057"/>
                    <a:pt x="57788" y="45733"/>
                    <a:pt x="55259" y="42491"/>
                  </a:cubicBezTo>
                  <a:cubicBezTo>
                    <a:pt x="53454" y="41050"/>
                    <a:pt x="54176" y="38167"/>
                    <a:pt x="55982" y="36366"/>
                  </a:cubicBezTo>
                  <a:cubicBezTo>
                    <a:pt x="57788" y="34925"/>
                    <a:pt x="60677" y="35285"/>
                    <a:pt x="61761" y="37447"/>
                  </a:cubicBezTo>
                  <a:cubicBezTo>
                    <a:pt x="65734" y="41770"/>
                    <a:pt x="67901" y="47895"/>
                    <a:pt x="67901" y="54020"/>
                  </a:cubicBezTo>
                  <a:lnTo>
                    <a:pt x="67901" y="81042"/>
                  </a:lnTo>
                  <a:cubicBezTo>
                    <a:pt x="67901" y="83924"/>
                    <a:pt x="65734" y="85365"/>
                    <a:pt x="63566" y="85365"/>
                  </a:cubicBezTo>
                  <a:lnTo>
                    <a:pt x="4695" y="85365"/>
                  </a:lnTo>
                  <a:cubicBezTo>
                    <a:pt x="2528" y="85365"/>
                    <a:pt x="0" y="83924"/>
                    <a:pt x="0" y="81042"/>
                  </a:cubicBezTo>
                  <a:lnTo>
                    <a:pt x="0" y="54020"/>
                  </a:lnTo>
                  <a:cubicBezTo>
                    <a:pt x="0" y="47895"/>
                    <a:pt x="2528" y="41770"/>
                    <a:pt x="6140" y="37447"/>
                  </a:cubicBezTo>
                  <a:cubicBezTo>
                    <a:pt x="7946" y="35285"/>
                    <a:pt x="10835" y="34925"/>
                    <a:pt x="12280" y="36366"/>
                  </a:cubicBezTo>
                  <a:close/>
                  <a:moveTo>
                    <a:pt x="256816" y="8902"/>
                  </a:moveTo>
                  <a:cubicBezTo>
                    <a:pt x="251065" y="8902"/>
                    <a:pt x="246752" y="13175"/>
                    <a:pt x="246752" y="18872"/>
                  </a:cubicBezTo>
                  <a:cubicBezTo>
                    <a:pt x="246752" y="24569"/>
                    <a:pt x="251065" y="29198"/>
                    <a:pt x="256816" y="29198"/>
                  </a:cubicBezTo>
                  <a:cubicBezTo>
                    <a:pt x="262926" y="29198"/>
                    <a:pt x="267599" y="24569"/>
                    <a:pt x="267599" y="18872"/>
                  </a:cubicBezTo>
                  <a:cubicBezTo>
                    <a:pt x="267599" y="13175"/>
                    <a:pt x="262926" y="8902"/>
                    <a:pt x="256816" y="8902"/>
                  </a:cubicBezTo>
                  <a:close/>
                  <a:moveTo>
                    <a:pt x="34565" y="8902"/>
                  </a:moveTo>
                  <a:cubicBezTo>
                    <a:pt x="29174" y="8902"/>
                    <a:pt x="24501" y="13175"/>
                    <a:pt x="24501" y="18872"/>
                  </a:cubicBezTo>
                  <a:cubicBezTo>
                    <a:pt x="24501" y="24569"/>
                    <a:pt x="29174" y="29198"/>
                    <a:pt x="34565" y="29198"/>
                  </a:cubicBezTo>
                  <a:cubicBezTo>
                    <a:pt x="40316" y="29198"/>
                    <a:pt x="44629" y="24569"/>
                    <a:pt x="44629" y="18872"/>
                  </a:cubicBezTo>
                  <a:cubicBezTo>
                    <a:pt x="44629" y="13175"/>
                    <a:pt x="40316" y="8902"/>
                    <a:pt x="34565" y="8902"/>
                  </a:cubicBezTo>
                  <a:close/>
                  <a:moveTo>
                    <a:pt x="256816" y="0"/>
                  </a:moveTo>
                  <a:cubicBezTo>
                    <a:pt x="267599" y="0"/>
                    <a:pt x="275866" y="8189"/>
                    <a:pt x="275866" y="18872"/>
                  </a:cubicBezTo>
                  <a:cubicBezTo>
                    <a:pt x="275866" y="29198"/>
                    <a:pt x="267599" y="37744"/>
                    <a:pt x="256816" y="37744"/>
                  </a:cubicBezTo>
                  <a:cubicBezTo>
                    <a:pt x="246752" y="37744"/>
                    <a:pt x="238125" y="29198"/>
                    <a:pt x="238125" y="18872"/>
                  </a:cubicBezTo>
                  <a:cubicBezTo>
                    <a:pt x="238125" y="8189"/>
                    <a:pt x="246752" y="0"/>
                    <a:pt x="256816" y="0"/>
                  </a:cubicBezTo>
                  <a:close/>
                  <a:moveTo>
                    <a:pt x="34565" y="0"/>
                  </a:moveTo>
                  <a:cubicBezTo>
                    <a:pt x="45348" y="0"/>
                    <a:pt x="53615" y="8189"/>
                    <a:pt x="53615" y="18872"/>
                  </a:cubicBezTo>
                  <a:cubicBezTo>
                    <a:pt x="53615" y="29198"/>
                    <a:pt x="45348" y="37744"/>
                    <a:pt x="34565" y="37744"/>
                  </a:cubicBezTo>
                  <a:cubicBezTo>
                    <a:pt x="24142" y="37744"/>
                    <a:pt x="15875" y="29198"/>
                    <a:pt x="15875" y="18872"/>
                  </a:cubicBezTo>
                  <a:cubicBezTo>
                    <a:pt x="15875" y="8189"/>
                    <a:pt x="24142" y="0"/>
                    <a:pt x="34565" y="0"/>
                  </a:cubicBezTo>
                  <a:close/>
                </a:path>
              </a:pathLst>
            </a:custGeom>
            <a:solidFill>
              <a:srgbClr val="D8D8DA"/>
            </a:solidFill>
            <a:ln w="3175">
              <a:solidFill>
                <a:srgbClr val="D8D8DA"/>
              </a:solidFill>
            </a:ln>
            <a:effectLst/>
          </p:spPr>
          <p:txBody>
            <a:bodyPr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67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58B6D96-9FDD-386B-8D0D-F61CC2A801E5}"/>
              </a:ext>
            </a:extLst>
          </p:cNvPr>
          <p:cNvGrpSpPr/>
          <p:nvPr/>
        </p:nvGrpSpPr>
        <p:grpSpPr>
          <a:xfrm>
            <a:off x="1302109" y="1626129"/>
            <a:ext cx="809623" cy="809621"/>
            <a:chOff x="1349522" y="1711012"/>
            <a:chExt cx="809623" cy="809621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01D4EA7A-5470-7D7F-0867-1828FF571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522" y="1711012"/>
              <a:ext cx="809623" cy="809621"/>
            </a:xfrm>
            <a:custGeom>
              <a:avLst/>
              <a:gdLst>
                <a:gd name="T0" fmla="*/ 866 w 1733"/>
                <a:gd name="T1" fmla="*/ 0 h 1734"/>
                <a:gd name="T2" fmla="*/ 866 w 1733"/>
                <a:gd name="T3" fmla="*/ 0 h 1734"/>
                <a:gd name="T4" fmla="*/ 1732 w 1733"/>
                <a:gd name="T5" fmla="*/ 867 h 1734"/>
                <a:gd name="T6" fmla="*/ 1732 w 1733"/>
                <a:gd name="T7" fmla="*/ 867 h 1734"/>
                <a:gd name="T8" fmla="*/ 866 w 1733"/>
                <a:gd name="T9" fmla="*/ 1733 h 1734"/>
                <a:gd name="T10" fmla="*/ 866 w 1733"/>
                <a:gd name="T11" fmla="*/ 1733 h 1734"/>
                <a:gd name="T12" fmla="*/ 0 w 1733"/>
                <a:gd name="T13" fmla="*/ 867 h 1734"/>
                <a:gd name="T14" fmla="*/ 0 w 1733"/>
                <a:gd name="T15" fmla="*/ 867 h 1734"/>
                <a:gd name="T16" fmla="*/ 866 w 1733"/>
                <a:gd name="T17" fmla="*/ 0 h 1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3" h="1734">
                  <a:moveTo>
                    <a:pt x="866" y="0"/>
                  </a:moveTo>
                  <a:lnTo>
                    <a:pt x="866" y="0"/>
                  </a:lnTo>
                  <a:cubicBezTo>
                    <a:pt x="1344" y="0"/>
                    <a:pt x="1732" y="388"/>
                    <a:pt x="1732" y="867"/>
                  </a:cubicBezTo>
                  <a:lnTo>
                    <a:pt x="1732" y="867"/>
                  </a:lnTo>
                  <a:cubicBezTo>
                    <a:pt x="1732" y="1345"/>
                    <a:pt x="1344" y="1733"/>
                    <a:pt x="866" y="1733"/>
                  </a:cubicBezTo>
                  <a:lnTo>
                    <a:pt x="866" y="1733"/>
                  </a:lnTo>
                  <a:cubicBezTo>
                    <a:pt x="388" y="1733"/>
                    <a:pt x="0" y="1345"/>
                    <a:pt x="0" y="867"/>
                  </a:cubicBezTo>
                  <a:lnTo>
                    <a:pt x="0" y="867"/>
                  </a:lnTo>
                  <a:cubicBezTo>
                    <a:pt x="0" y="388"/>
                    <a:pt x="388" y="0"/>
                    <a:pt x="86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B7865194-0198-7C48-88EE-26569376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009" y="1830498"/>
              <a:ext cx="572710" cy="572710"/>
            </a:xfrm>
            <a:custGeom>
              <a:avLst/>
              <a:gdLst>
                <a:gd name="T0" fmla="*/ 611 w 1224"/>
                <a:gd name="T1" fmla="*/ 0 h 1224"/>
                <a:gd name="T2" fmla="*/ 611 w 1224"/>
                <a:gd name="T3" fmla="*/ 0 h 1224"/>
                <a:gd name="T4" fmla="*/ 1223 w 1224"/>
                <a:gd name="T5" fmla="*/ 612 h 1224"/>
                <a:gd name="T6" fmla="*/ 1223 w 1224"/>
                <a:gd name="T7" fmla="*/ 612 h 1224"/>
                <a:gd name="T8" fmla="*/ 611 w 1224"/>
                <a:gd name="T9" fmla="*/ 1223 h 1224"/>
                <a:gd name="T10" fmla="*/ 611 w 1224"/>
                <a:gd name="T11" fmla="*/ 1223 h 1224"/>
                <a:gd name="T12" fmla="*/ 0 w 1224"/>
                <a:gd name="T13" fmla="*/ 612 h 1224"/>
                <a:gd name="T14" fmla="*/ 0 w 1224"/>
                <a:gd name="T15" fmla="*/ 612 h 1224"/>
                <a:gd name="T16" fmla="*/ 611 w 1224"/>
                <a:gd name="T17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4" h="1224">
                  <a:moveTo>
                    <a:pt x="611" y="0"/>
                  </a:moveTo>
                  <a:lnTo>
                    <a:pt x="611" y="0"/>
                  </a:lnTo>
                  <a:cubicBezTo>
                    <a:pt x="949" y="0"/>
                    <a:pt x="1223" y="274"/>
                    <a:pt x="1223" y="612"/>
                  </a:cubicBezTo>
                  <a:lnTo>
                    <a:pt x="1223" y="612"/>
                  </a:lnTo>
                  <a:cubicBezTo>
                    <a:pt x="1223" y="949"/>
                    <a:pt x="949" y="1223"/>
                    <a:pt x="611" y="1223"/>
                  </a:cubicBezTo>
                  <a:lnTo>
                    <a:pt x="611" y="1223"/>
                  </a:lnTo>
                  <a:cubicBezTo>
                    <a:pt x="273" y="1223"/>
                    <a:pt x="0" y="949"/>
                    <a:pt x="0" y="612"/>
                  </a:cubicBezTo>
                  <a:lnTo>
                    <a:pt x="0" y="612"/>
                  </a:lnTo>
                  <a:cubicBezTo>
                    <a:pt x="0" y="274"/>
                    <a:pt x="273" y="0"/>
                    <a:pt x="611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1021">
              <a:extLst>
                <a:ext uri="{FF2B5EF4-FFF2-40B4-BE49-F238E27FC236}">
                  <a16:creationId xmlns:a16="http://schemas.microsoft.com/office/drawing/2014/main" id="{DE3FFA44-CF51-6D38-35AB-96A42B34AC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7149" y="1978128"/>
              <a:ext cx="272313" cy="272723"/>
            </a:xfrm>
            <a:custGeom>
              <a:avLst/>
              <a:gdLst>
                <a:gd name="T0" fmla="*/ 69401580 w 290150"/>
                <a:gd name="T1" fmla="*/ 121905821 h 290152"/>
                <a:gd name="T2" fmla="*/ 101735209 w 290150"/>
                <a:gd name="T3" fmla="*/ 104566787 h 290152"/>
                <a:gd name="T4" fmla="*/ 122048015 w 290150"/>
                <a:gd name="T5" fmla="*/ 121907862 h 290152"/>
                <a:gd name="T6" fmla="*/ 123308159 w 290150"/>
                <a:gd name="T7" fmla="*/ 104878861 h 290152"/>
                <a:gd name="T8" fmla="*/ 98428740 w 290150"/>
                <a:gd name="T9" fmla="*/ 125812788 h 290152"/>
                <a:gd name="T10" fmla="*/ 101735209 w 290150"/>
                <a:gd name="T11" fmla="*/ 104566787 h 290152"/>
                <a:gd name="T12" fmla="*/ 3711393 w 290150"/>
                <a:gd name="T13" fmla="*/ 121907862 h 290152"/>
                <a:gd name="T14" fmla="*/ 23657262 w 290150"/>
                <a:gd name="T15" fmla="*/ 104566787 h 290152"/>
                <a:gd name="T16" fmla="*/ 26904877 w 290150"/>
                <a:gd name="T17" fmla="*/ 125812788 h 290152"/>
                <a:gd name="T18" fmla="*/ 2629532 w 290150"/>
                <a:gd name="T19" fmla="*/ 104878861 h 290152"/>
                <a:gd name="T20" fmla="*/ 80814075 w 290150"/>
                <a:gd name="T21" fmla="*/ 110495926 h 290152"/>
                <a:gd name="T22" fmla="*/ 106318684 w 290150"/>
                <a:gd name="T23" fmla="*/ 97058230 h 290152"/>
                <a:gd name="T24" fmla="*/ 14300614 w 290150"/>
                <a:gd name="T25" fmla="*/ 92538574 h 290152"/>
                <a:gd name="T26" fmla="*/ 14300614 w 290150"/>
                <a:gd name="T27" fmla="*/ 92538574 h 290152"/>
                <a:gd name="T28" fmla="*/ 102577386 w 290150"/>
                <a:gd name="T29" fmla="*/ 97058230 h 290152"/>
                <a:gd name="T30" fmla="*/ 14300614 w 290150"/>
                <a:gd name="T31" fmla="*/ 105162994 h 290152"/>
                <a:gd name="T32" fmla="*/ 57207559 w 290150"/>
                <a:gd name="T33" fmla="*/ 99086212 h 290152"/>
                <a:gd name="T34" fmla="*/ 76124319 w 290150"/>
                <a:gd name="T35" fmla="*/ 71108083 h 290152"/>
                <a:gd name="T36" fmla="*/ 80032537 w 290150"/>
                <a:gd name="T37" fmla="*/ 74859260 h 290152"/>
                <a:gd name="T38" fmla="*/ 49547474 w 290150"/>
                <a:gd name="T39" fmla="*/ 78766754 h 290152"/>
                <a:gd name="T40" fmla="*/ 7803059 w 290150"/>
                <a:gd name="T41" fmla="*/ 43366069 h 290152"/>
                <a:gd name="T42" fmla="*/ 8874038 w 290150"/>
                <a:gd name="T43" fmla="*/ 85731906 h 290152"/>
                <a:gd name="T44" fmla="*/ 0 w 290150"/>
                <a:gd name="T45" fmla="*/ 51338760 h 290152"/>
                <a:gd name="T46" fmla="*/ 121572332 w 290150"/>
                <a:gd name="T47" fmla="*/ 75808223 h 290152"/>
                <a:gd name="T48" fmla="*/ 117848892 w 290150"/>
                <a:gd name="T49" fmla="*/ 74564562 h 290152"/>
                <a:gd name="T50" fmla="*/ 87807546 w 290150"/>
                <a:gd name="T51" fmla="*/ 58917106 h 290152"/>
                <a:gd name="T52" fmla="*/ 62460013 w 290150"/>
                <a:gd name="T53" fmla="*/ 41082802 h 290152"/>
                <a:gd name="T54" fmla="*/ 29224563 w 290150"/>
                <a:gd name="T55" fmla="*/ 62824121 h 290152"/>
                <a:gd name="T56" fmla="*/ 53456051 w 290150"/>
                <a:gd name="T57" fmla="*/ 82518084 h 290152"/>
                <a:gd name="T58" fmla="*/ 57207559 w 290150"/>
                <a:gd name="T59" fmla="*/ 74859260 h 290152"/>
                <a:gd name="T60" fmla="*/ 76124319 w 290150"/>
                <a:gd name="T61" fmla="*/ 67356844 h 290152"/>
                <a:gd name="T62" fmla="*/ 72372353 w 290150"/>
                <a:gd name="T63" fmla="*/ 99086212 h 290152"/>
                <a:gd name="T64" fmla="*/ 62835889 w 290150"/>
                <a:gd name="T65" fmla="*/ 29220374 h 290152"/>
                <a:gd name="T66" fmla="*/ 84722256 w 290150"/>
                <a:gd name="T67" fmla="*/ 101430210 h 290152"/>
                <a:gd name="T68" fmla="*/ 78938244 w 290150"/>
                <a:gd name="T69" fmla="*/ 116279211 h 290152"/>
                <a:gd name="T70" fmla="*/ 47203090 w 290150"/>
                <a:gd name="T71" fmla="*/ 114246758 h 290152"/>
                <a:gd name="T72" fmla="*/ 36415736 w 290150"/>
                <a:gd name="T73" fmla="*/ 89238866 h 290152"/>
                <a:gd name="T74" fmla="*/ 102050172 w 290150"/>
                <a:gd name="T75" fmla="*/ 18424697 h 290152"/>
                <a:gd name="T76" fmla="*/ 122048015 w 290150"/>
                <a:gd name="T77" fmla="*/ 23268009 h 290152"/>
                <a:gd name="T78" fmla="*/ 125826538 w 290150"/>
                <a:gd name="T79" fmla="*/ 23268009 h 290152"/>
                <a:gd name="T80" fmla="*/ 96381088 w 290150"/>
                <a:gd name="T81" fmla="*/ 35140894 h 290152"/>
                <a:gd name="T82" fmla="*/ 5103055 w 290150"/>
                <a:gd name="T83" fmla="*/ 15925338 h 290152"/>
                <a:gd name="T84" fmla="*/ 25048641 w 290150"/>
                <a:gd name="T85" fmla="*/ 33265548 h 290152"/>
                <a:gd name="T86" fmla="*/ 26285795 w 290150"/>
                <a:gd name="T87" fmla="*/ 16080347 h 290152"/>
                <a:gd name="T88" fmla="*/ 1854307 w 290150"/>
                <a:gd name="T89" fmla="*/ 37015182 h 290152"/>
                <a:gd name="T90" fmla="*/ 5103055 w 290150"/>
                <a:gd name="T91" fmla="*/ 15925338 h 290152"/>
                <a:gd name="T92" fmla="*/ 115203078 w 290150"/>
                <a:gd name="T93" fmla="*/ 8183128 h 290152"/>
                <a:gd name="T94" fmla="*/ 14300614 w 290150"/>
                <a:gd name="T95" fmla="*/ 12660410 h 290152"/>
                <a:gd name="T96" fmla="*/ 85475857 w 290150"/>
                <a:gd name="T97" fmla="*/ 7107584 h 290152"/>
                <a:gd name="T98" fmla="*/ 83908002 w 290150"/>
                <a:gd name="T99" fmla="*/ 10353978 h 290152"/>
                <a:gd name="T100" fmla="*/ 31389377 w 290150"/>
                <a:gd name="T101" fmla="*/ 11435744 h 290152"/>
                <a:gd name="T102" fmla="*/ 110839091 w 290150"/>
                <a:gd name="T103" fmla="*/ 16366151 h 290152"/>
                <a:gd name="T104" fmla="*/ 22561810 w 290150"/>
                <a:gd name="T105" fmla="*/ 8183128 h 29015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90150" h="290152">
                  <a:moveTo>
                    <a:pt x="117499" y="263478"/>
                  </a:moveTo>
                  <a:lnTo>
                    <a:pt x="117499" y="268164"/>
                  </a:lnTo>
                  <a:cubicBezTo>
                    <a:pt x="117499" y="275373"/>
                    <a:pt x="123627" y="281140"/>
                    <a:pt x="130837" y="281140"/>
                  </a:cubicBezTo>
                  <a:lnTo>
                    <a:pt x="160037" y="281140"/>
                  </a:lnTo>
                  <a:cubicBezTo>
                    <a:pt x="167247" y="281140"/>
                    <a:pt x="173015" y="275373"/>
                    <a:pt x="173015" y="268164"/>
                  </a:cubicBezTo>
                  <a:lnTo>
                    <a:pt x="173015" y="263478"/>
                  </a:lnTo>
                  <a:lnTo>
                    <a:pt x="117499" y="263478"/>
                  </a:lnTo>
                  <a:close/>
                  <a:moveTo>
                    <a:pt x="234596" y="241153"/>
                  </a:moveTo>
                  <a:cubicBezTo>
                    <a:pt x="236774" y="242955"/>
                    <a:pt x="236774" y="245477"/>
                    <a:pt x="235322" y="247278"/>
                  </a:cubicBezTo>
                  <a:cubicBezTo>
                    <a:pt x="232417" y="250521"/>
                    <a:pt x="231328" y="254124"/>
                    <a:pt x="231328" y="258447"/>
                  </a:cubicBezTo>
                  <a:lnTo>
                    <a:pt x="231328" y="281145"/>
                  </a:lnTo>
                  <a:lnTo>
                    <a:pt x="281436" y="281145"/>
                  </a:lnTo>
                  <a:lnTo>
                    <a:pt x="281436" y="258447"/>
                  </a:lnTo>
                  <a:cubicBezTo>
                    <a:pt x="281436" y="254124"/>
                    <a:pt x="279983" y="250521"/>
                    <a:pt x="277442" y="247278"/>
                  </a:cubicBezTo>
                  <a:cubicBezTo>
                    <a:pt x="275626" y="245477"/>
                    <a:pt x="275989" y="242955"/>
                    <a:pt x="278168" y="241153"/>
                  </a:cubicBezTo>
                  <a:cubicBezTo>
                    <a:pt x="279983" y="239712"/>
                    <a:pt x="282525" y="239712"/>
                    <a:pt x="284341" y="241874"/>
                  </a:cubicBezTo>
                  <a:cubicBezTo>
                    <a:pt x="287972" y="246558"/>
                    <a:pt x="290150" y="252322"/>
                    <a:pt x="290150" y="258447"/>
                  </a:cubicBezTo>
                  <a:lnTo>
                    <a:pt x="290150" y="285829"/>
                  </a:lnTo>
                  <a:cubicBezTo>
                    <a:pt x="290150" y="287990"/>
                    <a:pt x="288335" y="290152"/>
                    <a:pt x="285793" y="290152"/>
                  </a:cubicBezTo>
                  <a:lnTo>
                    <a:pt x="226971" y="290152"/>
                  </a:lnTo>
                  <a:cubicBezTo>
                    <a:pt x="224429" y="290152"/>
                    <a:pt x="222250" y="287990"/>
                    <a:pt x="222250" y="285829"/>
                  </a:cubicBezTo>
                  <a:lnTo>
                    <a:pt x="222250" y="258447"/>
                  </a:lnTo>
                  <a:cubicBezTo>
                    <a:pt x="222250" y="252322"/>
                    <a:pt x="224429" y="246558"/>
                    <a:pt x="228423" y="241874"/>
                  </a:cubicBezTo>
                  <a:cubicBezTo>
                    <a:pt x="229875" y="239712"/>
                    <a:pt x="232780" y="239712"/>
                    <a:pt x="234596" y="241153"/>
                  </a:cubicBezTo>
                  <a:close/>
                  <a:moveTo>
                    <a:pt x="11766" y="241153"/>
                  </a:moveTo>
                  <a:cubicBezTo>
                    <a:pt x="13905" y="242955"/>
                    <a:pt x="14262" y="245477"/>
                    <a:pt x="12479" y="247278"/>
                  </a:cubicBezTo>
                  <a:cubicBezTo>
                    <a:pt x="9983" y="250521"/>
                    <a:pt x="8557" y="254124"/>
                    <a:pt x="8557" y="258447"/>
                  </a:cubicBezTo>
                  <a:lnTo>
                    <a:pt x="8557" y="281145"/>
                  </a:lnTo>
                  <a:lnTo>
                    <a:pt x="57761" y="281145"/>
                  </a:lnTo>
                  <a:lnTo>
                    <a:pt x="57761" y="258447"/>
                  </a:lnTo>
                  <a:cubicBezTo>
                    <a:pt x="57761" y="254124"/>
                    <a:pt x="56335" y="250521"/>
                    <a:pt x="53839" y="247278"/>
                  </a:cubicBezTo>
                  <a:cubicBezTo>
                    <a:pt x="52413" y="245477"/>
                    <a:pt x="52413" y="242955"/>
                    <a:pt x="54552" y="241153"/>
                  </a:cubicBezTo>
                  <a:cubicBezTo>
                    <a:pt x="56335" y="239712"/>
                    <a:pt x="59188" y="239712"/>
                    <a:pt x="60614" y="241874"/>
                  </a:cubicBezTo>
                  <a:cubicBezTo>
                    <a:pt x="64179" y="246558"/>
                    <a:pt x="66319" y="252322"/>
                    <a:pt x="66319" y="258447"/>
                  </a:cubicBezTo>
                  <a:lnTo>
                    <a:pt x="66319" y="285829"/>
                  </a:lnTo>
                  <a:cubicBezTo>
                    <a:pt x="66319" y="287990"/>
                    <a:pt x="64536" y="290152"/>
                    <a:pt x="62040" y="290152"/>
                  </a:cubicBezTo>
                  <a:lnTo>
                    <a:pt x="4278" y="290152"/>
                  </a:lnTo>
                  <a:cubicBezTo>
                    <a:pt x="1783" y="290152"/>
                    <a:pt x="0" y="287990"/>
                    <a:pt x="0" y="285829"/>
                  </a:cubicBezTo>
                  <a:lnTo>
                    <a:pt x="0" y="258447"/>
                  </a:lnTo>
                  <a:cubicBezTo>
                    <a:pt x="0" y="252322"/>
                    <a:pt x="2139" y="246558"/>
                    <a:pt x="6061" y="241874"/>
                  </a:cubicBezTo>
                  <a:cubicBezTo>
                    <a:pt x="7487" y="239712"/>
                    <a:pt x="9983" y="239712"/>
                    <a:pt x="11766" y="241153"/>
                  </a:cubicBezTo>
                  <a:close/>
                  <a:moveTo>
                    <a:pt x="104160" y="237525"/>
                  </a:moveTo>
                  <a:lnTo>
                    <a:pt x="104160" y="254827"/>
                  </a:lnTo>
                  <a:lnTo>
                    <a:pt x="186353" y="254827"/>
                  </a:lnTo>
                  <a:lnTo>
                    <a:pt x="186353" y="237525"/>
                  </a:lnTo>
                  <a:lnTo>
                    <a:pt x="104160" y="237525"/>
                  </a:lnTo>
                  <a:close/>
                  <a:moveTo>
                    <a:pt x="255588" y="213414"/>
                  </a:moveTo>
                  <a:cubicBezTo>
                    <a:pt x="249837" y="213414"/>
                    <a:pt x="245165" y="218086"/>
                    <a:pt x="245165" y="223837"/>
                  </a:cubicBezTo>
                  <a:cubicBezTo>
                    <a:pt x="245165" y="229229"/>
                    <a:pt x="249837" y="233901"/>
                    <a:pt x="255588" y="233901"/>
                  </a:cubicBezTo>
                  <a:cubicBezTo>
                    <a:pt x="260980" y="233901"/>
                    <a:pt x="265652" y="229229"/>
                    <a:pt x="265652" y="223837"/>
                  </a:cubicBezTo>
                  <a:cubicBezTo>
                    <a:pt x="265652" y="218086"/>
                    <a:pt x="260980" y="213414"/>
                    <a:pt x="255588" y="213414"/>
                  </a:cubicBezTo>
                  <a:close/>
                  <a:moveTo>
                    <a:pt x="32978" y="213414"/>
                  </a:moveTo>
                  <a:cubicBezTo>
                    <a:pt x="27587" y="213414"/>
                    <a:pt x="22914" y="218086"/>
                    <a:pt x="22914" y="223837"/>
                  </a:cubicBezTo>
                  <a:cubicBezTo>
                    <a:pt x="22914" y="229229"/>
                    <a:pt x="27587" y="233901"/>
                    <a:pt x="32978" y="233901"/>
                  </a:cubicBezTo>
                  <a:cubicBezTo>
                    <a:pt x="38729" y="233901"/>
                    <a:pt x="43402" y="229229"/>
                    <a:pt x="43402" y="223837"/>
                  </a:cubicBezTo>
                  <a:cubicBezTo>
                    <a:pt x="43402" y="218086"/>
                    <a:pt x="38729" y="213414"/>
                    <a:pt x="32978" y="213414"/>
                  </a:cubicBezTo>
                  <a:close/>
                  <a:moveTo>
                    <a:pt x="255588" y="204787"/>
                  </a:moveTo>
                  <a:cubicBezTo>
                    <a:pt x="266012" y="204787"/>
                    <a:pt x="274279" y="213414"/>
                    <a:pt x="274279" y="223837"/>
                  </a:cubicBezTo>
                  <a:cubicBezTo>
                    <a:pt x="274279" y="234261"/>
                    <a:pt x="266012" y="242528"/>
                    <a:pt x="255588" y="242528"/>
                  </a:cubicBezTo>
                  <a:cubicBezTo>
                    <a:pt x="245165" y="242528"/>
                    <a:pt x="236538" y="234261"/>
                    <a:pt x="236538" y="223837"/>
                  </a:cubicBezTo>
                  <a:cubicBezTo>
                    <a:pt x="236538" y="213414"/>
                    <a:pt x="245165" y="204787"/>
                    <a:pt x="255588" y="204787"/>
                  </a:cubicBezTo>
                  <a:close/>
                  <a:moveTo>
                    <a:pt x="32978" y="204787"/>
                  </a:moveTo>
                  <a:cubicBezTo>
                    <a:pt x="43402" y="204787"/>
                    <a:pt x="52028" y="213414"/>
                    <a:pt x="52028" y="223837"/>
                  </a:cubicBezTo>
                  <a:cubicBezTo>
                    <a:pt x="52028" y="234261"/>
                    <a:pt x="43402" y="242528"/>
                    <a:pt x="32978" y="242528"/>
                  </a:cubicBezTo>
                  <a:cubicBezTo>
                    <a:pt x="22555" y="242528"/>
                    <a:pt x="14288" y="234261"/>
                    <a:pt x="14288" y="223837"/>
                  </a:cubicBezTo>
                  <a:cubicBezTo>
                    <a:pt x="14288" y="213414"/>
                    <a:pt x="22555" y="204787"/>
                    <a:pt x="32978" y="204787"/>
                  </a:cubicBezTo>
                  <a:close/>
                  <a:moveTo>
                    <a:pt x="131918" y="190305"/>
                  </a:moveTo>
                  <a:lnTo>
                    <a:pt x="131918" y="228513"/>
                  </a:lnTo>
                  <a:lnTo>
                    <a:pt x="158235" y="228513"/>
                  </a:lnTo>
                  <a:lnTo>
                    <a:pt x="158235" y="190305"/>
                  </a:lnTo>
                  <a:lnTo>
                    <a:pt x="131918" y="190305"/>
                  </a:lnTo>
                  <a:close/>
                  <a:moveTo>
                    <a:pt x="175538" y="163991"/>
                  </a:moveTo>
                  <a:cubicBezTo>
                    <a:pt x="171212" y="163991"/>
                    <a:pt x="166886" y="168317"/>
                    <a:pt x="166886" y="172642"/>
                  </a:cubicBezTo>
                  <a:lnTo>
                    <a:pt x="166886" y="181654"/>
                  </a:lnTo>
                  <a:lnTo>
                    <a:pt x="175538" y="181654"/>
                  </a:lnTo>
                  <a:cubicBezTo>
                    <a:pt x="180585" y="181654"/>
                    <a:pt x="184551" y="177689"/>
                    <a:pt x="184551" y="172642"/>
                  </a:cubicBezTo>
                  <a:cubicBezTo>
                    <a:pt x="184551" y="168317"/>
                    <a:pt x="180585" y="163991"/>
                    <a:pt x="175538" y="163991"/>
                  </a:cubicBezTo>
                  <a:close/>
                  <a:moveTo>
                    <a:pt x="114254" y="163991"/>
                  </a:moveTo>
                  <a:cubicBezTo>
                    <a:pt x="109568" y="163991"/>
                    <a:pt x="105602" y="168317"/>
                    <a:pt x="105602" y="172642"/>
                  </a:cubicBezTo>
                  <a:cubicBezTo>
                    <a:pt x="105602" y="177689"/>
                    <a:pt x="109568" y="181654"/>
                    <a:pt x="114254" y="181654"/>
                  </a:cubicBezTo>
                  <a:lnTo>
                    <a:pt x="123267" y="181654"/>
                  </a:lnTo>
                  <a:lnTo>
                    <a:pt x="123267" y="172642"/>
                  </a:lnTo>
                  <a:cubicBezTo>
                    <a:pt x="123267" y="168317"/>
                    <a:pt x="119301" y="163991"/>
                    <a:pt x="114254" y="163991"/>
                  </a:cubicBezTo>
                  <a:close/>
                  <a:moveTo>
                    <a:pt x="17991" y="100012"/>
                  </a:moveTo>
                  <a:lnTo>
                    <a:pt x="25047" y="125249"/>
                  </a:lnTo>
                  <a:lnTo>
                    <a:pt x="16580" y="123086"/>
                  </a:lnTo>
                  <a:cubicBezTo>
                    <a:pt x="12700" y="146160"/>
                    <a:pt x="14816" y="169955"/>
                    <a:pt x="22930" y="191948"/>
                  </a:cubicBezTo>
                  <a:cubicBezTo>
                    <a:pt x="23636" y="194471"/>
                    <a:pt x="22578" y="196995"/>
                    <a:pt x="20461" y="197716"/>
                  </a:cubicBezTo>
                  <a:cubicBezTo>
                    <a:pt x="19755" y="198077"/>
                    <a:pt x="19403" y="198077"/>
                    <a:pt x="18697" y="198077"/>
                  </a:cubicBezTo>
                  <a:cubicBezTo>
                    <a:pt x="17286" y="198077"/>
                    <a:pt x="15522" y="196995"/>
                    <a:pt x="14816" y="195192"/>
                  </a:cubicBezTo>
                  <a:cubicBezTo>
                    <a:pt x="5997" y="171397"/>
                    <a:pt x="3880" y="145800"/>
                    <a:pt x="8114" y="120923"/>
                  </a:cubicBezTo>
                  <a:lnTo>
                    <a:pt x="0" y="118399"/>
                  </a:lnTo>
                  <a:lnTo>
                    <a:pt x="17991" y="100012"/>
                  </a:lnTo>
                  <a:close/>
                  <a:moveTo>
                    <a:pt x="270322" y="95609"/>
                  </a:moveTo>
                  <a:cubicBezTo>
                    <a:pt x="272469" y="95250"/>
                    <a:pt x="274615" y="95967"/>
                    <a:pt x="275689" y="98476"/>
                  </a:cubicBezTo>
                  <a:cubicBezTo>
                    <a:pt x="284275" y="123211"/>
                    <a:pt x="285706" y="149020"/>
                    <a:pt x="280339" y="174830"/>
                  </a:cubicBezTo>
                  <a:lnTo>
                    <a:pt x="288568" y="176980"/>
                  </a:lnTo>
                  <a:lnTo>
                    <a:pt x="269249" y="194904"/>
                  </a:lnTo>
                  <a:lnTo>
                    <a:pt x="263525" y="169453"/>
                  </a:lnTo>
                  <a:lnTo>
                    <a:pt x="271753" y="171962"/>
                  </a:lnTo>
                  <a:cubicBezTo>
                    <a:pt x="276762" y="148662"/>
                    <a:pt x="275331" y="124286"/>
                    <a:pt x="267460" y="101344"/>
                  </a:cubicBezTo>
                  <a:cubicBezTo>
                    <a:pt x="266745" y="99193"/>
                    <a:pt x="267818" y="96326"/>
                    <a:pt x="270322" y="95609"/>
                  </a:cubicBezTo>
                  <a:close/>
                  <a:moveTo>
                    <a:pt x="144030" y="85725"/>
                  </a:moveTo>
                  <a:cubicBezTo>
                    <a:pt x="173615" y="85725"/>
                    <a:pt x="197788" y="107012"/>
                    <a:pt x="202479" y="135875"/>
                  </a:cubicBezTo>
                  <a:cubicBezTo>
                    <a:pt x="202839" y="138401"/>
                    <a:pt x="201396" y="140205"/>
                    <a:pt x="198871" y="140926"/>
                  </a:cubicBezTo>
                  <a:cubicBezTo>
                    <a:pt x="198510" y="140926"/>
                    <a:pt x="198149" y="140926"/>
                    <a:pt x="198149" y="140926"/>
                  </a:cubicBezTo>
                  <a:cubicBezTo>
                    <a:pt x="195984" y="140926"/>
                    <a:pt x="194180" y="139483"/>
                    <a:pt x="193820" y="137319"/>
                  </a:cubicBezTo>
                  <a:cubicBezTo>
                    <a:pt x="190212" y="112785"/>
                    <a:pt x="168925" y="94745"/>
                    <a:pt x="144030" y="94745"/>
                  </a:cubicBezTo>
                  <a:cubicBezTo>
                    <a:pt x="141865" y="94745"/>
                    <a:pt x="139700" y="92580"/>
                    <a:pt x="139700" y="90416"/>
                  </a:cubicBezTo>
                  <a:cubicBezTo>
                    <a:pt x="139700" y="87890"/>
                    <a:pt x="141865" y="85725"/>
                    <a:pt x="144030" y="85725"/>
                  </a:cubicBezTo>
                  <a:close/>
                  <a:moveTo>
                    <a:pt x="144896" y="67388"/>
                  </a:moveTo>
                  <a:cubicBezTo>
                    <a:pt x="102358" y="67388"/>
                    <a:pt x="67390" y="102353"/>
                    <a:pt x="67390" y="144887"/>
                  </a:cubicBezTo>
                  <a:cubicBezTo>
                    <a:pt x="67390" y="165433"/>
                    <a:pt x="75681" y="184898"/>
                    <a:pt x="89741" y="199677"/>
                  </a:cubicBezTo>
                  <a:cubicBezTo>
                    <a:pt x="97672" y="207607"/>
                    <a:pt x="102718" y="217700"/>
                    <a:pt x="103800" y="228513"/>
                  </a:cubicBezTo>
                  <a:lnTo>
                    <a:pt x="123267" y="228513"/>
                  </a:lnTo>
                  <a:lnTo>
                    <a:pt x="123267" y="190305"/>
                  </a:lnTo>
                  <a:lnTo>
                    <a:pt x="114254" y="190305"/>
                  </a:lnTo>
                  <a:cubicBezTo>
                    <a:pt x="104881" y="190305"/>
                    <a:pt x="96590" y="182375"/>
                    <a:pt x="96590" y="172642"/>
                  </a:cubicBezTo>
                  <a:cubicBezTo>
                    <a:pt x="96590" y="163270"/>
                    <a:pt x="104881" y="155340"/>
                    <a:pt x="114254" y="155340"/>
                  </a:cubicBezTo>
                  <a:cubicBezTo>
                    <a:pt x="123988" y="155340"/>
                    <a:pt x="131918" y="163270"/>
                    <a:pt x="131918" y="172642"/>
                  </a:cubicBezTo>
                  <a:lnTo>
                    <a:pt x="131918" y="181654"/>
                  </a:lnTo>
                  <a:lnTo>
                    <a:pt x="158235" y="181654"/>
                  </a:lnTo>
                  <a:lnTo>
                    <a:pt x="158235" y="172642"/>
                  </a:lnTo>
                  <a:cubicBezTo>
                    <a:pt x="158235" y="163270"/>
                    <a:pt x="166165" y="155340"/>
                    <a:pt x="175538" y="155340"/>
                  </a:cubicBezTo>
                  <a:cubicBezTo>
                    <a:pt x="185272" y="155340"/>
                    <a:pt x="193202" y="163270"/>
                    <a:pt x="193202" y="172642"/>
                  </a:cubicBezTo>
                  <a:cubicBezTo>
                    <a:pt x="193202" y="182375"/>
                    <a:pt x="185272" y="190305"/>
                    <a:pt x="175538" y="190305"/>
                  </a:cubicBezTo>
                  <a:lnTo>
                    <a:pt x="166886" y="190305"/>
                  </a:lnTo>
                  <a:lnTo>
                    <a:pt x="166886" y="228513"/>
                  </a:lnTo>
                  <a:lnTo>
                    <a:pt x="187074" y="228513"/>
                  </a:lnTo>
                  <a:cubicBezTo>
                    <a:pt x="187795" y="217339"/>
                    <a:pt x="192842" y="207246"/>
                    <a:pt x="200412" y="199316"/>
                  </a:cubicBezTo>
                  <a:cubicBezTo>
                    <a:pt x="214832" y="184537"/>
                    <a:pt x="222402" y="165433"/>
                    <a:pt x="222402" y="144887"/>
                  </a:cubicBezTo>
                  <a:cubicBezTo>
                    <a:pt x="222402" y="102353"/>
                    <a:pt x="187795" y="67388"/>
                    <a:pt x="144896" y="67388"/>
                  </a:cubicBezTo>
                  <a:close/>
                  <a:moveTo>
                    <a:pt x="144896" y="58737"/>
                  </a:moveTo>
                  <a:cubicBezTo>
                    <a:pt x="192481" y="58737"/>
                    <a:pt x="231415" y="97306"/>
                    <a:pt x="231415" y="144887"/>
                  </a:cubicBezTo>
                  <a:cubicBezTo>
                    <a:pt x="231415" y="167596"/>
                    <a:pt x="222763" y="189223"/>
                    <a:pt x="206901" y="205444"/>
                  </a:cubicBezTo>
                  <a:cubicBezTo>
                    <a:pt x="199331" y="213014"/>
                    <a:pt x="195365" y="223106"/>
                    <a:pt x="195365" y="233920"/>
                  </a:cubicBezTo>
                  <a:lnTo>
                    <a:pt x="195365" y="254827"/>
                  </a:lnTo>
                  <a:cubicBezTo>
                    <a:pt x="195365" y="259513"/>
                    <a:pt x="191400" y="263478"/>
                    <a:pt x="186353" y="263478"/>
                  </a:cubicBezTo>
                  <a:lnTo>
                    <a:pt x="182027" y="263478"/>
                  </a:lnTo>
                  <a:lnTo>
                    <a:pt x="182027" y="268164"/>
                  </a:lnTo>
                  <a:cubicBezTo>
                    <a:pt x="182027" y="280059"/>
                    <a:pt x="171933" y="290152"/>
                    <a:pt x="160037" y="290152"/>
                  </a:cubicBezTo>
                  <a:lnTo>
                    <a:pt x="130837" y="290152"/>
                  </a:lnTo>
                  <a:cubicBezTo>
                    <a:pt x="118580" y="290152"/>
                    <a:pt x="108847" y="280059"/>
                    <a:pt x="108847" y="268164"/>
                  </a:cubicBezTo>
                  <a:lnTo>
                    <a:pt x="108847" y="263478"/>
                  </a:lnTo>
                  <a:lnTo>
                    <a:pt x="104521" y="263478"/>
                  </a:lnTo>
                  <a:cubicBezTo>
                    <a:pt x="99474" y="263478"/>
                    <a:pt x="95509" y="259513"/>
                    <a:pt x="95509" y="254827"/>
                  </a:cubicBezTo>
                  <a:lnTo>
                    <a:pt x="95509" y="234641"/>
                  </a:lnTo>
                  <a:cubicBezTo>
                    <a:pt x="95509" y="223467"/>
                    <a:pt x="91543" y="213374"/>
                    <a:pt x="83973" y="205804"/>
                  </a:cubicBezTo>
                  <a:cubicBezTo>
                    <a:pt x="67751" y="189584"/>
                    <a:pt x="58738" y="167956"/>
                    <a:pt x="58738" y="144887"/>
                  </a:cubicBezTo>
                  <a:cubicBezTo>
                    <a:pt x="58738" y="97306"/>
                    <a:pt x="97672" y="58737"/>
                    <a:pt x="144896" y="58737"/>
                  </a:cubicBezTo>
                  <a:close/>
                  <a:moveTo>
                    <a:pt x="234596" y="36726"/>
                  </a:moveTo>
                  <a:cubicBezTo>
                    <a:pt x="236774" y="38167"/>
                    <a:pt x="236774" y="40689"/>
                    <a:pt x="235322" y="42491"/>
                  </a:cubicBezTo>
                  <a:cubicBezTo>
                    <a:pt x="232417" y="45733"/>
                    <a:pt x="231328" y="49696"/>
                    <a:pt x="231328" y="53660"/>
                  </a:cubicBezTo>
                  <a:lnTo>
                    <a:pt x="231328" y="76718"/>
                  </a:lnTo>
                  <a:lnTo>
                    <a:pt x="281436" y="76718"/>
                  </a:lnTo>
                  <a:lnTo>
                    <a:pt x="281436" y="53660"/>
                  </a:lnTo>
                  <a:cubicBezTo>
                    <a:pt x="281436" y="49696"/>
                    <a:pt x="279983" y="45733"/>
                    <a:pt x="277442" y="42491"/>
                  </a:cubicBezTo>
                  <a:cubicBezTo>
                    <a:pt x="275626" y="40689"/>
                    <a:pt x="275989" y="38167"/>
                    <a:pt x="278168" y="36726"/>
                  </a:cubicBezTo>
                  <a:cubicBezTo>
                    <a:pt x="279983" y="34925"/>
                    <a:pt x="282525" y="35285"/>
                    <a:pt x="284341" y="37086"/>
                  </a:cubicBezTo>
                  <a:cubicBezTo>
                    <a:pt x="287972" y="41770"/>
                    <a:pt x="290150" y="47895"/>
                    <a:pt x="290150" y="53660"/>
                  </a:cubicBezTo>
                  <a:lnTo>
                    <a:pt x="290150" y="81042"/>
                  </a:lnTo>
                  <a:cubicBezTo>
                    <a:pt x="290150" y="83203"/>
                    <a:pt x="288335" y="85365"/>
                    <a:pt x="285793" y="85365"/>
                  </a:cubicBezTo>
                  <a:lnTo>
                    <a:pt x="226971" y="85365"/>
                  </a:lnTo>
                  <a:cubicBezTo>
                    <a:pt x="224429" y="85365"/>
                    <a:pt x="222250" y="83203"/>
                    <a:pt x="222250" y="81042"/>
                  </a:cubicBezTo>
                  <a:lnTo>
                    <a:pt x="222250" y="53660"/>
                  </a:lnTo>
                  <a:cubicBezTo>
                    <a:pt x="222250" y="47895"/>
                    <a:pt x="224429" y="41770"/>
                    <a:pt x="228423" y="37086"/>
                  </a:cubicBezTo>
                  <a:cubicBezTo>
                    <a:pt x="229875" y="35285"/>
                    <a:pt x="232780" y="34925"/>
                    <a:pt x="234596" y="36726"/>
                  </a:cubicBezTo>
                  <a:close/>
                  <a:moveTo>
                    <a:pt x="11766" y="36726"/>
                  </a:moveTo>
                  <a:cubicBezTo>
                    <a:pt x="13905" y="38167"/>
                    <a:pt x="14262" y="40689"/>
                    <a:pt x="12479" y="42491"/>
                  </a:cubicBezTo>
                  <a:cubicBezTo>
                    <a:pt x="9983" y="45733"/>
                    <a:pt x="8557" y="49696"/>
                    <a:pt x="8557" y="53660"/>
                  </a:cubicBezTo>
                  <a:lnTo>
                    <a:pt x="8557" y="76718"/>
                  </a:lnTo>
                  <a:lnTo>
                    <a:pt x="57761" y="76718"/>
                  </a:lnTo>
                  <a:lnTo>
                    <a:pt x="57761" y="53660"/>
                  </a:lnTo>
                  <a:cubicBezTo>
                    <a:pt x="57761" y="49696"/>
                    <a:pt x="56335" y="45733"/>
                    <a:pt x="53839" y="42491"/>
                  </a:cubicBezTo>
                  <a:cubicBezTo>
                    <a:pt x="52413" y="40689"/>
                    <a:pt x="52413" y="38167"/>
                    <a:pt x="54552" y="36726"/>
                  </a:cubicBezTo>
                  <a:cubicBezTo>
                    <a:pt x="56335" y="34925"/>
                    <a:pt x="59188" y="35285"/>
                    <a:pt x="60614" y="37086"/>
                  </a:cubicBezTo>
                  <a:cubicBezTo>
                    <a:pt x="64179" y="41770"/>
                    <a:pt x="66319" y="47895"/>
                    <a:pt x="66319" y="53660"/>
                  </a:cubicBezTo>
                  <a:lnTo>
                    <a:pt x="66319" y="81042"/>
                  </a:lnTo>
                  <a:cubicBezTo>
                    <a:pt x="66319" y="83203"/>
                    <a:pt x="64536" y="85365"/>
                    <a:pt x="62040" y="85365"/>
                  </a:cubicBezTo>
                  <a:lnTo>
                    <a:pt x="4278" y="85365"/>
                  </a:lnTo>
                  <a:cubicBezTo>
                    <a:pt x="1783" y="85365"/>
                    <a:pt x="0" y="83203"/>
                    <a:pt x="0" y="81042"/>
                  </a:cubicBezTo>
                  <a:lnTo>
                    <a:pt x="0" y="53660"/>
                  </a:lnTo>
                  <a:cubicBezTo>
                    <a:pt x="0" y="47895"/>
                    <a:pt x="2139" y="41770"/>
                    <a:pt x="6061" y="37086"/>
                  </a:cubicBezTo>
                  <a:cubicBezTo>
                    <a:pt x="7487" y="35285"/>
                    <a:pt x="9983" y="34925"/>
                    <a:pt x="11766" y="36726"/>
                  </a:cubicBezTo>
                  <a:close/>
                  <a:moveTo>
                    <a:pt x="255588" y="8902"/>
                  </a:moveTo>
                  <a:cubicBezTo>
                    <a:pt x="249837" y="8902"/>
                    <a:pt x="245165" y="13531"/>
                    <a:pt x="245165" y="18872"/>
                  </a:cubicBezTo>
                  <a:cubicBezTo>
                    <a:pt x="245165" y="24569"/>
                    <a:pt x="249837" y="29198"/>
                    <a:pt x="255588" y="29198"/>
                  </a:cubicBezTo>
                  <a:cubicBezTo>
                    <a:pt x="260980" y="29198"/>
                    <a:pt x="265652" y="24569"/>
                    <a:pt x="265652" y="18872"/>
                  </a:cubicBezTo>
                  <a:cubicBezTo>
                    <a:pt x="265652" y="13531"/>
                    <a:pt x="260980" y="8902"/>
                    <a:pt x="255588" y="8902"/>
                  </a:cubicBezTo>
                  <a:close/>
                  <a:moveTo>
                    <a:pt x="32978" y="8902"/>
                  </a:moveTo>
                  <a:cubicBezTo>
                    <a:pt x="27587" y="8902"/>
                    <a:pt x="22914" y="13531"/>
                    <a:pt x="22914" y="18872"/>
                  </a:cubicBezTo>
                  <a:cubicBezTo>
                    <a:pt x="22914" y="24569"/>
                    <a:pt x="27587" y="29198"/>
                    <a:pt x="32978" y="29198"/>
                  </a:cubicBezTo>
                  <a:cubicBezTo>
                    <a:pt x="38729" y="29198"/>
                    <a:pt x="43402" y="24569"/>
                    <a:pt x="43402" y="18872"/>
                  </a:cubicBezTo>
                  <a:cubicBezTo>
                    <a:pt x="43402" y="13531"/>
                    <a:pt x="38729" y="8902"/>
                    <a:pt x="32978" y="8902"/>
                  </a:cubicBezTo>
                  <a:close/>
                  <a:moveTo>
                    <a:pt x="133521" y="6815"/>
                  </a:moveTo>
                  <a:cubicBezTo>
                    <a:pt x="154896" y="5078"/>
                    <a:pt x="176676" y="8197"/>
                    <a:pt x="197102" y="16393"/>
                  </a:cubicBezTo>
                  <a:lnTo>
                    <a:pt x="201078" y="8553"/>
                  </a:lnTo>
                  <a:lnTo>
                    <a:pt x="215539" y="30292"/>
                  </a:lnTo>
                  <a:lnTo>
                    <a:pt x="189149" y="31717"/>
                  </a:lnTo>
                  <a:lnTo>
                    <a:pt x="193487" y="23877"/>
                  </a:lnTo>
                  <a:cubicBezTo>
                    <a:pt x="155167" y="9266"/>
                    <a:pt x="112147" y="12829"/>
                    <a:pt x="77080" y="33856"/>
                  </a:cubicBezTo>
                  <a:cubicBezTo>
                    <a:pt x="76357" y="34212"/>
                    <a:pt x="75634" y="34568"/>
                    <a:pt x="74911" y="34568"/>
                  </a:cubicBezTo>
                  <a:cubicBezTo>
                    <a:pt x="73465" y="34568"/>
                    <a:pt x="72019" y="33856"/>
                    <a:pt x="70935" y="32430"/>
                  </a:cubicBezTo>
                  <a:cubicBezTo>
                    <a:pt x="69850" y="30292"/>
                    <a:pt x="70212" y="27441"/>
                    <a:pt x="72381" y="26372"/>
                  </a:cubicBezTo>
                  <a:cubicBezTo>
                    <a:pt x="91179" y="15146"/>
                    <a:pt x="112147" y="8553"/>
                    <a:pt x="133521" y="6815"/>
                  </a:cubicBezTo>
                  <a:close/>
                  <a:moveTo>
                    <a:pt x="255588" y="0"/>
                  </a:moveTo>
                  <a:cubicBezTo>
                    <a:pt x="266012" y="0"/>
                    <a:pt x="274279" y="8546"/>
                    <a:pt x="274279" y="18872"/>
                  </a:cubicBezTo>
                  <a:cubicBezTo>
                    <a:pt x="274279" y="29198"/>
                    <a:pt x="266012" y="37744"/>
                    <a:pt x="255588" y="37744"/>
                  </a:cubicBezTo>
                  <a:cubicBezTo>
                    <a:pt x="245165" y="37744"/>
                    <a:pt x="236538" y="29198"/>
                    <a:pt x="236538" y="18872"/>
                  </a:cubicBezTo>
                  <a:cubicBezTo>
                    <a:pt x="236538" y="8546"/>
                    <a:pt x="245165" y="0"/>
                    <a:pt x="255588" y="0"/>
                  </a:cubicBezTo>
                  <a:close/>
                  <a:moveTo>
                    <a:pt x="32978" y="0"/>
                  </a:moveTo>
                  <a:cubicBezTo>
                    <a:pt x="43402" y="0"/>
                    <a:pt x="52028" y="8546"/>
                    <a:pt x="52028" y="18872"/>
                  </a:cubicBezTo>
                  <a:cubicBezTo>
                    <a:pt x="52028" y="29198"/>
                    <a:pt x="43402" y="37744"/>
                    <a:pt x="32978" y="37744"/>
                  </a:cubicBezTo>
                  <a:cubicBezTo>
                    <a:pt x="22555" y="37744"/>
                    <a:pt x="14288" y="29198"/>
                    <a:pt x="14288" y="18872"/>
                  </a:cubicBezTo>
                  <a:cubicBezTo>
                    <a:pt x="14288" y="8546"/>
                    <a:pt x="22555" y="0"/>
                    <a:pt x="32978" y="0"/>
                  </a:cubicBezTo>
                  <a:close/>
                </a:path>
              </a:pathLst>
            </a:custGeom>
            <a:solidFill>
              <a:schemeClr val="tx2"/>
            </a:solidFill>
            <a:ln w="3175">
              <a:solidFill>
                <a:schemeClr val="accent1"/>
              </a:solidFill>
            </a:ln>
            <a:effectLst/>
          </p:spPr>
          <p:txBody>
            <a:bodyPr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67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4E127419-0C61-3243-A2EB-FB869BA2FF96}"/>
              </a:ext>
            </a:extLst>
          </p:cNvPr>
          <p:cNvGrpSpPr/>
          <p:nvPr/>
        </p:nvGrpSpPr>
        <p:grpSpPr>
          <a:xfrm>
            <a:off x="4167190" y="1626128"/>
            <a:ext cx="809622" cy="809623"/>
            <a:chOff x="3148344" y="1711044"/>
            <a:chExt cx="809622" cy="809623"/>
          </a:xfrm>
        </p:grpSpPr>
        <p:sp>
          <p:nvSpPr>
            <p:cNvPr id="64" name="Freeform 223">
              <a:extLst>
                <a:ext uri="{FF2B5EF4-FFF2-40B4-BE49-F238E27FC236}">
                  <a16:creationId xmlns:a16="http://schemas.microsoft.com/office/drawing/2014/main" id="{92A0F522-F507-4355-9225-BB7BCAAEA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344" y="1711044"/>
              <a:ext cx="809622" cy="809623"/>
            </a:xfrm>
            <a:custGeom>
              <a:avLst/>
              <a:gdLst>
                <a:gd name="T0" fmla="*/ 866 w 1733"/>
                <a:gd name="T1" fmla="*/ 0 h 1733"/>
                <a:gd name="T2" fmla="*/ 866 w 1733"/>
                <a:gd name="T3" fmla="*/ 0 h 1733"/>
                <a:gd name="T4" fmla="*/ 1732 w 1733"/>
                <a:gd name="T5" fmla="*/ 865 h 1733"/>
                <a:gd name="T6" fmla="*/ 1732 w 1733"/>
                <a:gd name="T7" fmla="*/ 865 h 1733"/>
                <a:gd name="T8" fmla="*/ 866 w 1733"/>
                <a:gd name="T9" fmla="*/ 1732 h 1733"/>
                <a:gd name="T10" fmla="*/ 866 w 1733"/>
                <a:gd name="T11" fmla="*/ 1732 h 1733"/>
                <a:gd name="T12" fmla="*/ 0 w 1733"/>
                <a:gd name="T13" fmla="*/ 865 h 1733"/>
                <a:gd name="T14" fmla="*/ 0 w 1733"/>
                <a:gd name="T15" fmla="*/ 865 h 1733"/>
                <a:gd name="T16" fmla="*/ 866 w 1733"/>
                <a:gd name="T17" fmla="*/ 0 h 1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3" h="1733">
                  <a:moveTo>
                    <a:pt x="866" y="0"/>
                  </a:moveTo>
                  <a:lnTo>
                    <a:pt x="866" y="0"/>
                  </a:lnTo>
                  <a:cubicBezTo>
                    <a:pt x="1344" y="0"/>
                    <a:pt x="1732" y="387"/>
                    <a:pt x="1732" y="865"/>
                  </a:cubicBezTo>
                  <a:lnTo>
                    <a:pt x="1732" y="865"/>
                  </a:lnTo>
                  <a:cubicBezTo>
                    <a:pt x="1732" y="1344"/>
                    <a:pt x="1344" y="1732"/>
                    <a:pt x="866" y="1732"/>
                  </a:cubicBezTo>
                  <a:lnTo>
                    <a:pt x="866" y="1732"/>
                  </a:lnTo>
                  <a:cubicBezTo>
                    <a:pt x="387" y="1732"/>
                    <a:pt x="0" y="1344"/>
                    <a:pt x="0" y="865"/>
                  </a:cubicBezTo>
                  <a:lnTo>
                    <a:pt x="0" y="865"/>
                  </a:lnTo>
                  <a:cubicBezTo>
                    <a:pt x="0" y="387"/>
                    <a:pt x="387" y="0"/>
                    <a:pt x="866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118AB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5" name="Freeform 224">
              <a:extLst>
                <a:ext uri="{FF2B5EF4-FFF2-40B4-BE49-F238E27FC236}">
                  <a16:creationId xmlns:a16="http://schemas.microsoft.com/office/drawing/2014/main" id="{ABA75AE6-5233-A58A-8B61-92EB5D06F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769" y="1830532"/>
              <a:ext cx="572710" cy="572710"/>
            </a:xfrm>
            <a:custGeom>
              <a:avLst/>
              <a:gdLst>
                <a:gd name="T0" fmla="*/ 612 w 1224"/>
                <a:gd name="T1" fmla="*/ 0 h 1224"/>
                <a:gd name="T2" fmla="*/ 612 w 1224"/>
                <a:gd name="T3" fmla="*/ 0 h 1224"/>
                <a:gd name="T4" fmla="*/ 1223 w 1224"/>
                <a:gd name="T5" fmla="*/ 611 h 1224"/>
                <a:gd name="T6" fmla="*/ 1223 w 1224"/>
                <a:gd name="T7" fmla="*/ 611 h 1224"/>
                <a:gd name="T8" fmla="*/ 612 w 1224"/>
                <a:gd name="T9" fmla="*/ 1223 h 1224"/>
                <a:gd name="T10" fmla="*/ 612 w 1224"/>
                <a:gd name="T11" fmla="*/ 1223 h 1224"/>
                <a:gd name="T12" fmla="*/ 0 w 1224"/>
                <a:gd name="T13" fmla="*/ 611 h 1224"/>
                <a:gd name="T14" fmla="*/ 0 w 1224"/>
                <a:gd name="T15" fmla="*/ 611 h 1224"/>
                <a:gd name="T16" fmla="*/ 612 w 1224"/>
                <a:gd name="T17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4" h="1224">
                  <a:moveTo>
                    <a:pt x="612" y="0"/>
                  </a:moveTo>
                  <a:lnTo>
                    <a:pt x="612" y="0"/>
                  </a:lnTo>
                  <a:cubicBezTo>
                    <a:pt x="950" y="0"/>
                    <a:pt x="1223" y="274"/>
                    <a:pt x="1223" y="611"/>
                  </a:cubicBezTo>
                  <a:lnTo>
                    <a:pt x="1223" y="611"/>
                  </a:lnTo>
                  <a:cubicBezTo>
                    <a:pt x="1223" y="949"/>
                    <a:pt x="950" y="1223"/>
                    <a:pt x="612" y="1223"/>
                  </a:cubicBezTo>
                  <a:lnTo>
                    <a:pt x="612" y="1223"/>
                  </a:lnTo>
                  <a:cubicBezTo>
                    <a:pt x="274" y="1223"/>
                    <a:pt x="0" y="949"/>
                    <a:pt x="0" y="611"/>
                  </a:cubicBezTo>
                  <a:lnTo>
                    <a:pt x="0" y="611"/>
                  </a:lnTo>
                  <a:cubicBezTo>
                    <a:pt x="0" y="274"/>
                    <a:pt x="274" y="0"/>
                    <a:pt x="612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118AB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44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84" name="Grafik 83" descr="Muskulöser Arm mit einfarbiger Füllung">
              <a:extLst>
                <a:ext uri="{FF2B5EF4-FFF2-40B4-BE49-F238E27FC236}">
                  <a16:creationId xmlns:a16="http://schemas.microsoft.com/office/drawing/2014/main" id="{4E30DA54-6934-3336-6E32-A4661DFF93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5324" y="1977251"/>
              <a:ext cx="273600" cy="273600"/>
            </a:xfrm>
            <a:prstGeom prst="rect">
              <a:avLst/>
            </a:prstGeom>
          </p:spPr>
        </p:pic>
      </p:grpSp>
      <p:sp>
        <p:nvSpPr>
          <p:cNvPr id="88" name="Shape 2">
            <a:extLst>
              <a:ext uri="{FF2B5EF4-FFF2-40B4-BE49-F238E27FC236}">
                <a16:creationId xmlns:a16="http://schemas.microsoft.com/office/drawing/2014/main" id="{9A5A912A-6C29-CC4F-D330-513EB4428069}"/>
              </a:ext>
            </a:extLst>
          </p:cNvPr>
          <p:cNvSpPr/>
          <p:nvPr/>
        </p:nvSpPr>
        <p:spPr>
          <a:xfrm>
            <a:off x="818647" y="2640650"/>
            <a:ext cx="1774490" cy="1084689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Angebote</a:t>
            </a:r>
          </a:p>
          <a:p>
            <a:pPr algn="ctr"/>
            <a:endParaRPr lang="de-DE">
              <a:solidFill>
                <a:schemeClr val="bg1"/>
              </a:solidFill>
            </a:endParaRPr>
          </a:p>
          <a:p>
            <a:pPr algn="ctr"/>
            <a:r>
              <a:rPr lang="de-DE" sz="1100">
                <a:solidFill>
                  <a:schemeClr val="bg1"/>
                </a:solidFill>
              </a:rPr>
              <a:t>sind verteilt und nicht sichtbar</a:t>
            </a:r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0C03CE81-8FA1-BF6A-05AB-1AE91193035F}"/>
              </a:ext>
            </a:extLst>
          </p:cNvPr>
          <p:cNvSpPr/>
          <p:nvPr/>
        </p:nvSpPr>
        <p:spPr>
          <a:xfrm>
            <a:off x="3683725" y="2640650"/>
            <a:ext cx="1774490" cy="1084689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Beitrag</a:t>
            </a:r>
          </a:p>
          <a:p>
            <a:pPr algn="ctr"/>
            <a:endParaRPr lang="de-DE">
              <a:solidFill>
                <a:schemeClr val="bg1"/>
              </a:solidFill>
            </a:endParaRPr>
          </a:p>
          <a:p>
            <a:pPr algn="ctr"/>
            <a:r>
              <a:rPr lang="de-DE" sz="1100">
                <a:solidFill>
                  <a:schemeClr val="bg1"/>
                </a:solidFill>
              </a:rPr>
              <a:t>bleibt für Einzelne häufig abstrakt</a:t>
            </a:r>
          </a:p>
        </p:txBody>
      </p:sp>
      <p:sp>
        <p:nvSpPr>
          <p:cNvPr id="92" name="Shape 2">
            <a:extLst>
              <a:ext uri="{FF2B5EF4-FFF2-40B4-BE49-F238E27FC236}">
                <a16:creationId xmlns:a16="http://schemas.microsoft.com/office/drawing/2014/main" id="{FD0EA7B8-82DE-1925-EBA7-CE17B8AC75A5}"/>
              </a:ext>
            </a:extLst>
          </p:cNvPr>
          <p:cNvSpPr/>
          <p:nvPr/>
        </p:nvSpPr>
        <p:spPr>
          <a:xfrm>
            <a:off x="6550863" y="2640650"/>
            <a:ext cx="1774490" cy="1084689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Wirkung</a:t>
            </a:r>
          </a:p>
          <a:p>
            <a:pPr algn="ctr"/>
            <a:endParaRPr lang="de-DE">
              <a:solidFill>
                <a:schemeClr val="bg1"/>
              </a:solidFill>
            </a:endParaRPr>
          </a:p>
          <a:p>
            <a:pPr algn="ctr"/>
            <a:r>
              <a:rPr lang="de-DE" sz="1100">
                <a:solidFill>
                  <a:schemeClr val="bg1"/>
                </a:solidFill>
              </a:rPr>
              <a:t>wird selten gemeinsam erlebbar</a:t>
            </a:r>
          </a:p>
        </p:txBody>
      </p:sp>
      <p:sp>
        <p:nvSpPr>
          <p:cNvPr id="94" name="Text 14">
            <a:extLst>
              <a:ext uri="{FF2B5EF4-FFF2-40B4-BE49-F238E27FC236}">
                <a16:creationId xmlns:a16="http://schemas.microsoft.com/office/drawing/2014/main" id="{3B1EE267-632E-285B-3BFF-E7FEDDB385A6}"/>
              </a:ext>
            </a:extLst>
          </p:cNvPr>
          <p:cNvSpPr/>
          <p:nvPr/>
        </p:nvSpPr>
        <p:spPr>
          <a:xfrm>
            <a:off x="818648" y="4351845"/>
            <a:ext cx="75067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25438D"/>
                </a:solidFill>
              </a:rPr>
              <a:t>Die Chance: </a:t>
            </a:r>
            <a:r>
              <a:rPr lang="en-US" sz="1600" b="1" err="1">
                <a:solidFill>
                  <a:srgbClr val="25438D"/>
                </a:solidFill>
              </a:rPr>
              <a:t>aus</a:t>
            </a:r>
            <a:r>
              <a:rPr lang="en-US" sz="1600" b="1">
                <a:solidFill>
                  <a:srgbClr val="25438D"/>
                </a:solidFill>
              </a:rPr>
              <a:t> </a:t>
            </a:r>
            <a:r>
              <a:rPr lang="en-US" sz="1600" b="1" err="1">
                <a:solidFill>
                  <a:srgbClr val="25438D"/>
                </a:solidFill>
              </a:rPr>
              <a:t>einzelnen</a:t>
            </a:r>
            <a:r>
              <a:rPr lang="en-US" sz="1600" b="1">
                <a:solidFill>
                  <a:srgbClr val="25438D"/>
                </a:solidFill>
              </a:rPr>
              <a:t> </a:t>
            </a:r>
            <a:r>
              <a:rPr lang="en-US" sz="1600" b="1" err="1">
                <a:solidFill>
                  <a:srgbClr val="25438D"/>
                </a:solidFill>
              </a:rPr>
              <a:t>Angeboten</a:t>
            </a:r>
            <a:r>
              <a:rPr lang="en-US" sz="1600" b="1">
                <a:solidFill>
                  <a:srgbClr val="25438D"/>
                </a:solidFill>
              </a:rPr>
              <a:t> </a:t>
            </a:r>
            <a:r>
              <a:rPr lang="en-US" sz="1600" b="1" err="1">
                <a:solidFill>
                  <a:srgbClr val="25438D"/>
                </a:solidFill>
              </a:rPr>
              <a:t>ein</a:t>
            </a:r>
            <a:r>
              <a:rPr lang="en-US" sz="1600" b="1">
                <a:solidFill>
                  <a:srgbClr val="25438D"/>
                </a:solidFill>
              </a:rPr>
              <a:t> </a:t>
            </a:r>
            <a:r>
              <a:rPr lang="en-US" sz="1600" b="1" err="1">
                <a:solidFill>
                  <a:srgbClr val="25438D"/>
                </a:solidFill>
              </a:rPr>
              <a:t>motivierendes</a:t>
            </a:r>
            <a:r>
              <a:rPr lang="en-US" sz="1600" b="1">
                <a:solidFill>
                  <a:srgbClr val="25438D"/>
                </a:solidFill>
              </a:rPr>
              <a:t>, </a:t>
            </a:r>
            <a:r>
              <a:rPr lang="en-US" sz="1600" b="1" err="1">
                <a:solidFill>
                  <a:srgbClr val="25438D"/>
                </a:solidFill>
              </a:rPr>
              <a:t>glaubwürdiges</a:t>
            </a:r>
            <a:r>
              <a:rPr lang="en-US" sz="1600" b="1">
                <a:solidFill>
                  <a:srgbClr val="25438D"/>
                </a:solidFill>
              </a:rPr>
              <a:t> </a:t>
            </a:r>
            <a:r>
              <a:rPr lang="en-US" sz="1600" b="1" err="1">
                <a:solidFill>
                  <a:srgbClr val="25438D"/>
                </a:solidFill>
              </a:rPr>
              <a:t>Nutzererlebnis</a:t>
            </a:r>
            <a:r>
              <a:rPr lang="en-US" sz="1600" b="1">
                <a:solidFill>
                  <a:srgbClr val="25438D"/>
                </a:solidFill>
              </a:rPr>
              <a:t> zu entwickeln.</a:t>
            </a:r>
            <a:endParaRPr lang="en-US" sz="1600">
              <a:solidFill>
                <a:srgbClr val="254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63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15C2-B95C-3CA1-BA3E-7304CCEE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8D138FB7-686E-84D7-5A6D-16391A4E2D39}"/>
              </a:ext>
            </a:extLst>
          </p:cNvPr>
          <p:cNvSpPr/>
          <p:nvPr/>
        </p:nvSpPr>
        <p:spPr>
          <a:xfrm>
            <a:off x="1182713" y="3377113"/>
            <a:ext cx="7140918" cy="1"/>
          </a:xfrm>
          <a:prstGeom prst="line">
            <a:avLst/>
          </a:prstGeom>
          <a:noFill/>
          <a:ln w="25400">
            <a:solidFill>
              <a:srgbClr val="7897C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9857233B-2969-A803-E922-6B0ECB1979DA}"/>
              </a:ext>
            </a:extLst>
          </p:cNvPr>
          <p:cNvSpPr/>
          <p:nvPr/>
        </p:nvSpPr>
        <p:spPr>
          <a:xfrm>
            <a:off x="797469" y="2898471"/>
            <a:ext cx="1330037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rgbClr val="25438D"/>
                </a:solidFill>
              </a:rPr>
              <a:t>Entdecken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3A066CBA-6D2B-BCF1-5B39-F8F8A34212E7}"/>
              </a:ext>
            </a:extLst>
          </p:cNvPr>
          <p:cNvSpPr/>
          <p:nvPr/>
        </p:nvSpPr>
        <p:spPr>
          <a:xfrm>
            <a:off x="2496264" y="2898471"/>
            <a:ext cx="1330037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rgbClr val="25438D"/>
                </a:solidFill>
              </a:rPr>
              <a:t>Handeln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85E3216C-CCAF-50DC-7444-A92F4FED71F4}"/>
              </a:ext>
            </a:extLst>
          </p:cNvPr>
          <p:cNvSpPr/>
          <p:nvPr/>
        </p:nvSpPr>
        <p:spPr>
          <a:xfrm>
            <a:off x="4114799" y="2898471"/>
            <a:ext cx="1330037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rgbClr val="25438D"/>
                </a:solidFill>
              </a:rPr>
              <a:t>Nachweisen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E48E5564-8980-725B-4E22-502A29AA2B27}"/>
              </a:ext>
            </a:extLst>
          </p:cNvPr>
          <p:cNvSpPr/>
          <p:nvPr/>
        </p:nvSpPr>
        <p:spPr>
          <a:xfrm>
            <a:off x="5788516" y="2898471"/>
            <a:ext cx="1330037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rgbClr val="25438D"/>
                </a:solidFill>
              </a:rPr>
              <a:t>Belohnen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12236039-E069-30BF-6AB4-22643B5073E0}"/>
              </a:ext>
            </a:extLst>
          </p:cNvPr>
          <p:cNvSpPr/>
          <p:nvPr/>
        </p:nvSpPr>
        <p:spPr>
          <a:xfrm>
            <a:off x="7462233" y="2898471"/>
            <a:ext cx="1330037" cy="1054262"/>
          </a:xfrm>
          <a:prstGeom prst="roundRect">
            <a:avLst>
              <a:gd name="adj" fmla="val 15360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rgbClr val="25438D"/>
                </a:solidFill>
              </a:rPr>
              <a:t>Wirkung sehen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0CEA6D5F-C614-03CC-C3D2-85A82E76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A65C2674-6D8F-4E1C-274D-8427E9E0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/>
              <a:t>Eure gemeinsame Aufgabe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6E08D060-CAAE-A181-0B6B-A8D168CC7F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Challenge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3EE91F4E-6EBA-7CB8-85E9-409C2AAF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6DD2755-6986-F121-BAFA-13F95F066249}"/>
              </a:ext>
            </a:extLst>
          </p:cNvPr>
          <p:cNvSpPr/>
          <p:nvPr/>
        </p:nvSpPr>
        <p:spPr>
          <a:xfrm>
            <a:off x="1365899" y="1540721"/>
            <a:ext cx="6827837" cy="64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>
                <a:solidFill>
                  <a:srgbClr val="2E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Entwickelt einen mobile-first Prototypen</a:t>
            </a:r>
            <a:endParaRPr lang="en-US" sz="2300"/>
          </a:p>
          <a:p>
            <a:pPr marL="0" indent="0" algn="ctr">
              <a:buNone/>
            </a:pPr>
            <a:r>
              <a:rPr lang="en-US" sz="2300" b="1">
                <a:solidFill>
                  <a:srgbClr val="2E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eine Frankfurt-weite Impact-Plattform.</a:t>
            </a:r>
            <a:endParaRPr lang="en-US" sz="230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F84F0AEE-13DB-1AD7-A3D6-72059058EFA6}"/>
              </a:ext>
            </a:extLst>
          </p:cNvPr>
          <p:cNvSpPr/>
          <p:nvPr/>
        </p:nvSpPr>
        <p:spPr>
          <a:xfrm>
            <a:off x="3942080" y="4242613"/>
            <a:ext cx="1259840" cy="377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kern="0" spc="150">
                <a:solidFill>
                  <a:srgbClr val="A9D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PRINZIPIEN</a:t>
            </a:r>
            <a:endParaRPr lang="en-US" sz="1200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CE42B849-65D8-F3E2-7645-AB7C1B036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412" y="2957369"/>
            <a:ext cx="468000" cy="46800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9A6B8F2A-73EA-2C30-481B-7BE7E80E8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907" y="2957369"/>
            <a:ext cx="468000" cy="46800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5AC69072-1FF6-7C94-E92F-46CCE1FEA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402" y="2957369"/>
            <a:ext cx="468000" cy="46800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8FED1688-DB38-4A2C-1AB0-7ED39217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897" y="2957369"/>
            <a:ext cx="468000" cy="46800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Freeform 6">
            <a:extLst>
              <a:ext uri="{FF2B5EF4-FFF2-40B4-BE49-F238E27FC236}">
                <a16:creationId xmlns:a16="http://schemas.microsoft.com/office/drawing/2014/main" id="{F1311B68-7019-5723-E2EC-1A9D1466A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393" y="2957369"/>
            <a:ext cx="468000" cy="468000"/>
          </a:xfrm>
          <a:custGeom>
            <a:avLst/>
            <a:gdLst>
              <a:gd name="T0" fmla="*/ 611 w 1224"/>
              <a:gd name="T1" fmla="*/ 0 h 1224"/>
              <a:gd name="T2" fmla="*/ 611 w 1224"/>
              <a:gd name="T3" fmla="*/ 0 h 1224"/>
              <a:gd name="T4" fmla="*/ 1223 w 1224"/>
              <a:gd name="T5" fmla="*/ 612 h 1224"/>
              <a:gd name="T6" fmla="*/ 1223 w 1224"/>
              <a:gd name="T7" fmla="*/ 612 h 1224"/>
              <a:gd name="T8" fmla="*/ 611 w 1224"/>
              <a:gd name="T9" fmla="*/ 1223 h 1224"/>
              <a:gd name="T10" fmla="*/ 611 w 1224"/>
              <a:gd name="T11" fmla="*/ 1223 h 1224"/>
              <a:gd name="T12" fmla="*/ 0 w 1224"/>
              <a:gd name="T13" fmla="*/ 612 h 1224"/>
              <a:gd name="T14" fmla="*/ 0 w 1224"/>
              <a:gd name="T15" fmla="*/ 612 h 1224"/>
              <a:gd name="T16" fmla="*/ 611 w 1224"/>
              <a:gd name="T17" fmla="*/ 0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1224">
                <a:moveTo>
                  <a:pt x="611" y="0"/>
                </a:moveTo>
                <a:lnTo>
                  <a:pt x="611" y="0"/>
                </a:lnTo>
                <a:cubicBezTo>
                  <a:pt x="949" y="0"/>
                  <a:pt x="1223" y="274"/>
                  <a:pt x="1223" y="612"/>
                </a:cubicBezTo>
                <a:lnTo>
                  <a:pt x="1223" y="612"/>
                </a:lnTo>
                <a:cubicBezTo>
                  <a:pt x="1223" y="949"/>
                  <a:pt x="949" y="1223"/>
                  <a:pt x="611" y="1223"/>
                </a:cubicBezTo>
                <a:lnTo>
                  <a:pt x="611" y="1223"/>
                </a:lnTo>
                <a:cubicBezTo>
                  <a:pt x="273" y="1223"/>
                  <a:pt x="0" y="949"/>
                  <a:pt x="0" y="612"/>
                </a:cubicBezTo>
                <a:lnTo>
                  <a:pt x="0" y="612"/>
                </a:lnTo>
                <a:cubicBezTo>
                  <a:pt x="0" y="274"/>
                  <a:pt x="273" y="0"/>
                  <a:pt x="611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442F511C-4D82-2A94-48EB-07430B2CA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5899" y="3067997"/>
            <a:ext cx="193178" cy="232841"/>
          </a:xfrm>
          <a:prstGeom prst="rect">
            <a:avLst/>
          </a:prstGeom>
        </p:spPr>
      </p:pic>
      <p:pic>
        <p:nvPicPr>
          <p:cNvPr id="9" name="Image 1">
            <a:extLst>
              <a:ext uri="{FF2B5EF4-FFF2-40B4-BE49-F238E27FC236}">
                <a16:creationId xmlns:a16="http://schemas.microsoft.com/office/drawing/2014/main" id="{843B0D6B-6B80-3A75-1B52-4F30D64B9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4564" y="3067997"/>
            <a:ext cx="193178" cy="232841"/>
          </a:xfrm>
          <a:prstGeom prst="rect">
            <a:avLst/>
          </a:prstGeom>
        </p:spPr>
      </p:pic>
      <p:pic>
        <p:nvPicPr>
          <p:cNvPr id="13" name="Image 2">
            <a:extLst>
              <a:ext uri="{FF2B5EF4-FFF2-40B4-BE49-F238E27FC236}">
                <a16:creationId xmlns:a16="http://schemas.microsoft.com/office/drawing/2014/main" id="{CD26FC1A-639E-7FF3-A307-A4E675C79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3229" y="3067997"/>
            <a:ext cx="193178" cy="23284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F162A6E1-3536-34F5-BD97-361EE8A33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893" y="3067997"/>
            <a:ext cx="193178" cy="232841"/>
          </a:xfrm>
          <a:prstGeom prst="rect">
            <a:avLst/>
          </a:prstGeom>
        </p:spPr>
      </p:pic>
      <p:pic>
        <p:nvPicPr>
          <p:cNvPr id="19" name="Image 4">
            <a:extLst>
              <a:ext uri="{FF2B5EF4-FFF2-40B4-BE49-F238E27FC236}">
                <a16:creationId xmlns:a16="http://schemas.microsoft.com/office/drawing/2014/main" id="{7D13B4CA-755F-DBF9-D97F-06C86D622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0558" y="3067997"/>
            <a:ext cx="193178" cy="232841"/>
          </a:xfrm>
          <a:prstGeom prst="rect">
            <a:avLst/>
          </a:prstGeom>
        </p:spPr>
      </p:pic>
      <p:sp>
        <p:nvSpPr>
          <p:cNvPr id="49" name="Shape 2">
            <a:extLst>
              <a:ext uri="{FF2B5EF4-FFF2-40B4-BE49-F238E27FC236}">
                <a16:creationId xmlns:a16="http://schemas.microsoft.com/office/drawing/2014/main" id="{CA2557BD-22A4-DD4E-6C52-3143F8D63DCE}"/>
              </a:ext>
            </a:extLst>
          </p:cNvPr>
          <p:cNvSpPr/>
          <p:nvPr/>
        </p:nvSpPr>
        <p:spPr>
          <a:xfrm>
            <a:off x="2886907" y="4655006"/>
            <a:ext cx="1330037" cy="331288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chemeClr val="bg1"/>
                </a:solidFill>
              </a:rPr>
              <a:t>datenbasiert</a:t>
            </a:r>
            <a:endParaRPr lang="de-DE" sz="1050">
              <a:solidFill>
                <a:schemeClr val="bg1"/>
              </a:solidFill>
            </a:endParaRP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5361ED23-9D3F-4A16-93E0-971CCC7EBDE5}"/>
              </a:ext>
            </a:extLst>
          </p:cNvPr>
          <p:cNvSpPr/>
          <p:nvPr/>
        </p:nvSpPr>
        <p:spPr>
          <a:xfrm>
            <a:off x="4927058" y="4656127"/>
            <a:ext cx="1330037" cy="331288"/>
          </a:xfrm>
          <a:prstGeom prst="roundRect">
            <a:avLst>
              <a:gd name="adj" fmla="val 15360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pPr algn="ctr"/>
            <a:r>
              <a:rPr lang="de-DE" sz="1200" b="1">
                <a:solidFill>
                  <a:schemeClr val="bg1"/>
                </a:solidFill>
              </a:rPr>
              <a:t>fair</a:t>
            </a:r>
            <a:endParaRPr lang="de-DE" sz="10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78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D091-E6DD-8DA5-7A7B-18C65894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AC6ED3D6-CB50-E2A1-27CA-CA997495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05D30DA9-43EE-7409-DDE8-1A732BA6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Gemeinsam möglich gemacht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FE11008-A272-A0EF-2358-46CAB2B4C5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Danke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C6278A8E-B087-38E8-1A3B-DB76B97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69BE730E-4AB3-FF1A-CB24-151EF6A37A53}"/>
              </a:ext>
            </a:extLst>
          </p:cNvPr>
          <p:cNvSpPr/>
          <p:nvPr/>
        </p:nvSpPr>
        <p:spPr>
          <a:xfrm>
            <a:off x="834628" y="1299434"/>
            <a:ext cx="1774490" cy="1768128"/>
          </a:xfrm>
          <a:prstGeom prst="roundRect">
            <a:avLst>
              <a:gd name="adj" fmla="val 3101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408C9344-11D8-6AE7-611B-59E6BAC65DFD}"/>
              </a:ext>
            </a:extLst>
          </p:cNvPr>
          <p:cNvSpPr/>
          <p:nvPr/>
        </p:nvSpPr>
        <p:spPr>
          <a:xfrm>
            <a:off x="975055" y="1461358"/>
            <a:ext cx="114895" cy="123358"/>
          </a:xfrm>
          <a:prstGeom prst="ellipse">
            <a:avLst/>
          </a:prstGeom>
          <a:solidFill>
            <a:srgbClr val="25438D"/>
          </a:solidFill>
          <a:ln w="1270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0C3103B6-6649-99A4-9162-51A61E68010B}"/>
              </a:ext>
            </a:extLst>
          </p:cNvPr>
          <p:cNvSpPr/>
          <p:nvPr/>
        </p:nvSpPr>
        <p:spPr>
          <a:xfrm>
            <a:off x="1013354" y="1764409"/>
            <a:ext cx="1417039" cy="23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</a:rPr>
              <a:t>Challenge-Partner</a:t>
            </a:r>
            <a:endParaRPr lang="en-US" sz="170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F1585E3A-A1F8-4759-A9C6-AD08F02EA7F4}"/>
              </a:ext>
            </a:extLst>
          </p:cNvPr>
          <p:cNvSpPr/>
          <p:nvPr/>
        </p:nvSpPr>
        <p:spPr>
          <a:xfrm>
            <a:off x="1013354" y="1971048"/>
            <a:ext cx="1417039" cy="959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</a:rPr>
              <a:t>Praxiswissen, Aufgaben und Daten</a:t>
            </a:r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8A97CBFA-2111-F940-2927-186F0C821C45}"/>
              </a:ext>
            </a:extLst>
          </p:cNvPr>
          <p:cNvSpPr/>
          <p:nvPr/>
        </p:nvSpPr>
        <p:spPr>
          <a:xfrm>
            <a:off x="2826142" y="1299434"/>
            <a:ext cx="1774490" cy="1768128"/>
          </a:xfrm>
          <a:prstGeom prst="roundRect">
            <a:avLst>
              <a:gd name="adj" fmla="val 3101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D69F2310-FFB7-0928-A7A4-108BB65939B1}"/>
              </a:ext>
            </a:extLst>
          </p:cNvPr>
          <p:cNvSpPr/>
          <p:nvPr/>
        </p:nvSpPr>
        <p:spPr>
          <a:xfrm>
            <a:off x="2966569" y="1461358"/>
            <a:ext cx="114895" cy="123358"/>
          </a:xfrm>
          <a:prstGeom prst="ellipse">
            <a:avLst/>
          </a:prstGeom>
          <a:solidFill>
            <a:srgbClr val="C7D958"/>
          </a:solidFill>
          <a:ln w="1270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D35A101F-2C09-9038-3CA7-F0CA86DF45F8}"/>
              </a:ext>
            </a:extLst>
          </p:cNvPr>
          <p:cNvSpPr/>
          <p:nvPr/>
        </p:nvSpPr>
        <p:spPr>
          <a:xfrm>
            <a:off x="3004868" y="1764409"/>
            <a:ext cx="1417039" cy="23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</a:rPr>
              <a:t>Sponsoren</a:t>
            </a:r>
            <a:endParaRPr lang="en-US" sz="170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E9CA4CD1-6922-348E-209D-4E416FE5EF5B}"/>
              </a:ext>
            </a:extLst>
          </p:cNvPr>
          <p:cNvSpPr/>
          <p:nvPr/>
        </p:nvSpPr>
        <p:spPr>
          <a:xfrm>
            <a:off x="3004868" y="1971048"/>
            <a:ext cx="1417039" cy="959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</a:rPr>
              <a:t>Ressourcen und Preisgeld</a:t>
            </a:r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F720EB1F-330E-0E13-E1B1-23AC215EDE3E}"/>
              </a:ext>
            </a:extLst>
          </p:cNvPr>
          <p:cNvSpPr/>
          <p:nvPr/>
        </p:nvSpPr>
        <p:spPr>
          <a:xfrm>
            <a:off x="6809170" y="1321741"/>
            <a:ext cx="1774490" cy="1768128"/>
          </a:xfrm>
          <a:prstGeom prst="roundRect">
            <a:avLst>
              <a:gd name="adj" fmla="val 3101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A71E46B9-108A-18F3-A03B-168CF35B949A}"/>
              </a:ext>
            </a:extLst>
          </p:cNvPr>
          <p:cNvSpPr/>
          <p:nvPr/>
        </p:nvSpPr>
        <p:spPr>
          <a:xfrm>
            <a:off x="6949597" y="1461358"/>
            <a:ext cx="114895" cy="123358"/>
          </a:xfrm>
          <a:prstGeom prst="ellipse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67FAD861-D623-09E5-2FBE-3466BFABB8E7}"/>
              </a:ext>
            </a:extLst>
          </p:cNvPr>
          <p:cNvSpPr/>
          <p:nvPr/>
        </p:nvSpPr>
        <p:spPr>
          <a:xfrm>
            <a:off x="6987896" y="1786716"/>
            <a:ext cx="1417039" cy="23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</a:rPr>
              <a:t>Mentor:innen &amp; Jury</a:t>
            </a:r>
            <a:endParaRPr lang="en-US" sz="1700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D38D6690-27B2-2D15-6A07-03CA8C145DE9}"/>
              </a:ext>
            </a:extLst>
          </p:cNvPr>
          <p:cNvSpPr/>
          <p:nvPr/>
        </p:nvSpPr>
        <p:spPr>
          <a:xfrm>
            <a:off x="6987896" y="1993355"/>
            <a:ext cx="1417039" cy="959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</a:rPr>
              <a:t>Zeit, Feedback und Erfahrung</a:t>
            </a:r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CE3D94D4-A859-CBFB-63A9-A360C863ADE9}"/>
              </a:ext>
            </a:extLst>
          </p:cNvPr>
          <p:cNvSpPr/>
          <p:nvPr/>
        </p:nvSpPr>
        <p:spPr>
          <a:xfrm>
            <a:off x="4817656" y="1299434"/>
            <a:ext cx="1774490" cy="1768128"/>
          </a:xfrm>
          <a:prstGeom prst="roundRect">
            <a:avLst>
              <a:gd name="adj" fmla="val 3101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2175E10D-3854-E1EF-3F68-07A900662FDB}"/>
              </a:ext>
            </a:extLst>
          </p:cNvPr>
          <p:cNvSpPr/>
          <p:nvPr/>
        </p:nvSpPr>
        <p:spPr>
          <a:xfrm>
            <a:off x="4958083" y="1461358"/>
            <a:ext cx="114895" cy="123358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C2ED0426-BA50-A27F-11D7-766269947F29}"/>
              </a:ext>
            </a:extLst>
          </p:cNvPr>
          <p:cNvSpPr/>
          <p:nvPr/>
        </p:nvSpPr>
        <p:spPr>
          <a:xfrm>
            <a:off x="4996382" y="1764409"/>
            <a:ext cx="1417039" cy="23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</a:rPr>
              <a:t>Venue-Partner</a:t>
            </a:r>
            <a:endParaRPr lang="en-US" sz="170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B2E5F11A-62A8-7F93-D1C5-8D4C58661B10}"/>
              </a:ext>
            </a:extLst>
          </p:cNvPr>
          <p:cNvSpPr/>
          <p:nvPr/>
        </p:nvSpPr>
        <p:spPr>
          <a:xfrm>
            <a:off x="4996382" y="1971048"/>
            <a:ext cx="1417039" cy="9594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</a:rPr>
              <a:t>Raum für 24 Stunden Ideen</a:t>
            </a:r>
          </a:p>
        </p:txBody>
      </p:sp>
      <p:sp>
        <p:nvSpPr>
          <p:cNvPr id="83" name="Text 18">
            <a:extLst>
              <a:ext uri="{FF2B5EF4-FFF2-40B4-BE49-F238E27FC236}">
                <a16:creationId xmlns:a16="http://schemas.microsoft.com/office/drawing/2014/main" id="{88680996-842A-66E1-BC07-F262F8964AB1}"/>
              </a:ext>
            </a:extLst>
          </p:cNvPr>
          <p:cNvSpPr/>
          <p:nvPr/>
        </p:nvSpPr>
        <p:spPr>
          <a:xfrm>
            <a:off x="1059755" y="4236746"/>
            <a:ext cx="7149025" cy="6751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25438D"/>
                </a:solidFill>
              </a:rPr>
              <a:t>Danke für Vertrauen, Unterstützung und die Bereitschaft, gemeinsam neue Lösungen für Frankfurt zu ermöglichen.</a:t>
            </a:r>
          </a:p>
        </p:txBody>
      </p:sp>
      <p:pic>
        <p:nvPicPr>
          <p:cNvPr id="92" name="Grafik 91">
            <a:extLst>
              <a:ext uri="{FF2B5EF4-FFF2-40B4-BE49-F238E27FC236}">
                <a16:creationId xmlns:a16="http://schemas.microsoft.com/office/drawing/2014/main" id="{6FF68E6A-B09F-9731-5196-60D32E4A1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5" y="3187611"/>
            <a:ext cx="1048827" cy="457116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FC712327-CD32-35FF-DADA-2372DCBB8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344" y="3177188"/>
            <a:ext cx="1304086" cy="372596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375EA5A3-8D53-0A80-B5AE-FA4062ECA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737" y="3549784"/>
            <a:ext cx="1582633" cy="675109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C75E8D-757E-C360-E38C-906191B878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10" y="3686089"/>
            <a:ext cx="905088" cy="359116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18A8F0BE-8B4C-DB3D-B2E2-F471EDC0A0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293" y="3177754"/>
            <a:ext cx="905087" cy="905087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350B4BF4-B032-A566-3AAB-C496D84D26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34" y="3709134"/>
            <a:ext cx="1304088" cy="313025"/>
          </a:xfrm>
          <a:prstGeom prst="rect">
            <a:avLst/>
          </a:prstGeom>
        </p:spPr>
      </p:pic>
      <p:graphicFrame>
        <p:nvGraphicFramePr>
          <p:cNvPr id="103" name="Objekt 102">
            <a:extLst>
              <a:ext uri="{FF2B5EF4-FFF2-40B4-BE49-F238E27FC236}">
                <a16:creationId xmlns:a16="http://schemas.microsoft.com/office/drawing/2014/main" id="{24253DD6-0D2B-B9A0-FDA4-80CD28FCF1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428114"/>
              </p:ext>
            </p:extLst>
          </p:nvPr>
        </p:nvGraphicFramePr>
        <p:xfrm>
          <a:off x="1429620" y="3127433"/>
          <a:ext cx="1340660" cy="53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9" imgW="1680796" imgH="676031" progId="Acrobat.Document.DC">
                  <p:embed/>
                </p:oleObj>
              </mc:Choice>
              <mc:Fallback>
                <p:oleObj name="Acrobat Document" r:id="rId9" imgW="1680796" imgH="676031" progId="Acrobat.Document.DC">
                  <p:embed/>
                  <p:pic>
                    <p:nvPicPr>
                      <p:cNvPr id="103" name="Objekt 102">
                        <a:extLst>
                          <a:ext uri="{FF2B5EF4-FFF2-40B4-BE49-F238E27FC236}">
                            <a16:creationId xmlns:a16="http://schemas.microsoft.com/office/drawing/2014/main" id="{24253DD6-0D2B-B9A0-FDA4-80CD28FCF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29620" y="3127433"/>
                        <a:ext cx="1340660" cy="539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" name="Grafik 104">
            <a:extLst>
              <a:ext uri="{FF2B5EF4-FFF2-40B4-BE49-F238E27FC236}">
                <a16:creationId xmlns:a16="http://schemas.microsoft.com/office/drawing/2014/main" id="{759622EA-0ADB-9F0A-EC35-F99BCD4B3D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475" y="3397084"/>
            <a:ext cx="1061879" cy="44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9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D814-D9BF-B7F8-111D-0A5F4288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>
            <a:extLst>
              <a:ext uri="{FF2B5EF4-FFF2-40B4-BE49-F238E27FC236}">
                <a16:creationId xmlns:a16="http://schemas.microsoft.com/office/drawing/2014/main" id="{878C02A5-FE64-5199-F4B8-018DC6940C86}"/>
              </a:ext>
            </a:extLst>
          </p:cNvPr>
          <p:cNvSpPr/>
          <p:nvPr/>
        </p:nvSpPr>
        <p:spPr>
          <a:xfrm>
            <a:off x="0" y="0"/>
            <a:ext cx="9133200" cy="5143500"/>
          </a:xfrm>
          <a:prstGeom prst="rect">
            <a:avLst/>
          </a:prstGeom>
          <a:solidFill>
            <a:srgbClr val="25438D"/>
          </a:solidFill>
          <a:ln>
            <a:solidFill>
              <a:srgbClr val="2543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C113C6CC-DD44-563E-7BAE-F6EBC8A936A0}"/>
              </a:ext>
            </a:extLst>
          </p:cNvPr>
          <p:cNvSpPr/>
          <p:nvPr/>
        </p:nvSpPr>
        <p:spPr>
          <a:xfrm>
            <a:off x="696858" y="1627737"/>
            <a:ext cx="2530772" cy="1543252"/>
          </a:xfrm>
          <a:prstGeom prst="roundRect">
            <a:avLst>
              <a:gd name="adj" fmla="val 15360"/>
            </a:avLst>
          </a:prstGeom>
          <a:ln w="57150">
            <a:solidFill>
              <a:srgbClr val="25438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200" b="1">
                <a:solidFill>
                  <a:srgbClr val="25438D"/>
                </a:solidFill>
              </a:rPr>
              <a:t>Ride2Impact</a:t>
            </a:r>
          </a:p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050">
                <a:solidFill>
                  <a:srgbClr val="25438D"/>
                </a:solidFill>
              </a:rPr>
              <a:t>ÖPNV-Fahrt erkennen</a:t>
            </a:r>
            <a:endParaRPr lang="de-DE" sz="900">
              <a:solidFill>
                <a:schemeClr val="bg1"/>
              </a:solidFill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E95A188E-9A16-CE29-7432-5891DF8E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>
                <a:solidFill>
                  <a:schemeClr val="bg1"/>
                </a:solidFill>
              </a:rPr>
              <a:pPr/>
              <a:t>7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46D4E96C-C9A4-750C-819A-BEEA54CB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>
                <a:solidFill>
                  <a:schemeClr val="bg1"/>
                </a:solidFill>
              </a:rPr>
              <a:t>Fünf Bausteine. Eine gemeinsame Wirkung!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2A9B930-0498-4EC7-8192-5DD712E723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Aufgabenbausteine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19F7CCD5-1A52-3B01-C2B2-D729B3B4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FES GmbH – Digitale Services &amp; Produkte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3B087EC-7AD8-FA07-4F10-3D78F7669BC1}"/>
              </a:ext>
            </a:extLst>
          </p:cNvPr>
          <p:cNvSpPr/>
          <p:nvPr/>
        </p:nvSpPr>
        <p:spPr>
          <a:xfrm>
            <a:off x="6273938" y="1627737"/>
            <a:ext cx="2530772" cy="1543252"/>
          </a:xfrm>
          <a:prstGeom prst="roundRect">
            <a:avLst>
              <a:gd name="adj" fmla="val 15360"/>
            </a:avLst>
          </a:prstGeom>
          <a:ln w="57150">
            <a:solidFill>
              <a:srgbClr val="25438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200" b="1">
                <a:solidFill>
                  <a:srgbClr val="25438D"/>
                </a:solidFill>
              </a:rPr>
              <a:t>Smart </a:t>
            </a:r>
            <a:r>
              <a:rPr lang="de-DE" sz="1200" b="1" err="1">
                <a:solidFill>
                  <a:srgbClr val="25438D"/>
                </a:solidFill>
              </a:rPr>
              <a:t>Mehrweg</a:t>
            </a:r>
            <a:r>
              <a:rPr lang="de-DE" sz="1200" b="1">
                <a:solidFill>
                  <a:srgbClr val="25438D"/>
                </a:solidFill>
              </a:rPr>
              <a:t> </a:t>
            </a:r>
            <a:r>
              <a:rPr lang="de-DE" sz="1200" b="1" err="1">
                <a:solidFill>
                  <a:srgbClr val="25438D"/>
                </a:solidFill>
              </a:rPr>
              <a:t>Reward</a:t>
            </a:r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050">
                <a:solidFill>
                  <a:srgbClr val="25438D"/>
                </a:solidFill>
              </a:rPr>
              <a:t>Abfall vermeiden</a:t>
            </a:r>
            <a:endParaRPr lang="de-DE" sz="900">
              <a:solidFill>
                <a:schemeClr val="bg1"/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ED4D2DC-C9F6-DB22-837B-8BB2D5D1CACB}"/>
              </a:ext>
            </a:extLst>
          </p:cNvPr>
          <p:cNvSpPr/>
          <p:nvPr/>
        </p:nvSpPr>
        <p:spPr>
          <a:xfrm>
            <a:off x="3485398" y="1246364"/>
            <a:ext cx="2530772" cy="1543252"/>
          </a:xfrm>
          <a:prstGeom prst="roundRect">
            <a:avLst>
              <a:gd name="adj" fmla="val 15360"/>
            </a:avLst>
          </a:prstGeom>
          <a:ln w="57150">
            <a:solidFill>
              <a:srgbClr val="25438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200" b="1">
                <a:solidFill>
                  <a:srgbClr val="25438D"/>
                </a:solidFill>
              </a:rPr>
              <a:t>Stadtsauberkeit</a:t>
            </a:r>
          </a:p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050">
                <a:solidFill>
                  <a:srgbClr val="25438D"/>
                </a:solidFill>
              </a:rPr>
              <a:t>Engagement aktivieren</a:t>
            </a:r>
            <a:endParaRPr lang="de-DE" sz="900">
              <a:solidFill>
                <a:schemeClr val="bg1"/>
              </a:solidFill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9B7C0AA0-C305-8CA7-DE7F-3EB66C44A325}"/>
              </a:ext>
            </a:extLst>
          </p:cNvPr>
          <p:cNvSpPr/>
          <p:nvPr/>
        </p:nvSpPr>
        <p:spPr>
          <a:xfrm>
            <a:off x="1723090" y="3465120"/>
            <a:ext cx="2530772" cy="1543252"/>
          </a:xfrm>
          <a:prstGeom prst="roundRect">
            <a:avLst>
              <a:gd name="adj" fmla="val 15360"/>
            </a:avLst>
          </a:prstGeom>
          <a:ln w="57150">
            <a:solidFill>
              <a:srgbClr val="25438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200" b="1">
                <a:solidFill>
                  <a:srgbClr val="25438D"/>
                </a:solidFill>
              </a:rPr>
              <a:t>Save2Share</a:t>
            </a:r>
          </a:p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050">
                <a:solidFill>
                  <a:srgbClr val="25438D"/>
                </a:solidFill>
              </a:rPr>
              <a:t>Lebensmittel retten</a:t>
            </a:r>
            <a:endParaRPr lang="de-DE" sz="900">
              <a:solidFill>
                <a:schemeClr val="bg1"/>
              </a:solidFill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088901B-980F-F7E0-FAE1-B76B8A839397}"/>
              </a:ext>
            </a:extLst>
          </p:cNvPr>
          <p:cNvSpPr/>
          <p:nvPr/>
        </p:nvSpPr>
        <p:spPr>
          <a:xfrm>
            <a:off x="5563569" y="3465120"/>
            <a:ext cx="2530772" cy="1543252"/>
          </a:xfrm>
          <a:prstGeom prst="roundRect">
            <a:avLst>
              <a:gd name="adj" fmla="val 15360"/>
            </a:avLst>
          </a:prstGeom>
          <a:ln w="57150">
            <a:solidFill>
              <a:srgbClr val="25438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200" b="1">
                <a:solidFill>
                  <a:srgbClr val="25438D"/>
                </a:solidFill>
              </a:rPr>
              <a:t>Mobilitätsimpact</a:t>
            </a:r>
          </a:p>
          <a:p>
            <a:endParaRPr lang="de-DE" sz="1200" b="1">
              <a:solidFill>
                <a:srgbClr val="25438D"/>
              </a:solidFill>
            </a:endParaRPr>
          </a:p>
          <a:p>
            <a:endParaRPr lang="de-DE" sz="1200" b="1">
              <a:solidFill>
                <a:srgbClr val="25438D"/>
              </a:solidFill>
            </a:endParaRPr>
          </a:p>
          <a:p>
            <a:r>
              <a:rPr lang="de-DE" sz="1050">
                <a:solidFill>
                  <a:srgbClr val="25438D"/>
                </a:solidFill>
              </a:rPr>
              <a:t>Gemeinschaft sichtbar machen</a:t>
            </a:r>
            <a:endParaRPr lang="de-DE" sz="900">
              <a:solidFill>
                <a:schemeClr val="bg1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A941C1F-7312-A312-C3A0-25390DBB3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008" y="2506384"/>
            <a:ext cx="1048827" cy="45711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4C1191C-9B70-387E-85F7-469E3CCE8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614" y="3665469"/>
            <a:ext cx="905088" cy="359116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42F4C31-2842-D6DC-9379-2612E52C0B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114" y="1796604"/>
            <a:ext cx="1304088" cy="313025"/>
          </a:xfrm>
          <a:prstGeom prst="rect">
            <a:avLst/>
          </a:prstGeom>
        </p:spPr>
      </p:pic>
      <p:graphicFrame>
        <p:nvGraphicFramePr>
          <p:cNvPr id="34" name="Objekt 33">
            <a:extLst>
              <a:ext uri="{FF2B5EF4-FFF2-40B4-BE49-F238E27FC236}">
                <a16:creationId xmlns:a16="http://schemas.microsoft.com/office/drawing/2014/main" id="{6ACCBB2D-15A0-1C6A-3AA3-7BDDCC2ACB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993960"/>
              </p:ext>
            </p:extLst>
          </p:nvPr>
        </p:nvGraphicFramePr>
        <p:xfrm>
          <a:off x="2795736" y="3629343"/>
          <a:ext cx="1340660" cy="53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1680796" imgH="676031" progId="Acrobat.Document.DC">
                  <p:embed/>
                </p:oleObj>
              </mc:Choice>
              <mc:Fallback>
                <p:oleObj name="Acrobat Document" r:id="rId6" imgW="1680796" imgH="676031" progId="Acrobat.Document.DC">
                  <p:embed/>
                  <p:pic>
                    <p:nvPicPr>
                      <p:cNvPr id="34" name="Objekt 33">
                        <a:extLst>
                          <a:ext uri="{FF2B5EF4-FFF2-40B4-BE49-F238E27FC236}">
                            <a16:creationId xmlns:a16="http://schemas.microsoft.com/office/drawing/2014/main" id="{6ACCBB2D-15A0-1C6A-3AA3-7BDDCC2ACB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95736" y="3629343"/>
                        <a:ext cx="1340660" cy="539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Grafik 37">
            <a:extLst>
              <a:ext uri="{FF2B5EF4-FFF2-40B4-BE49-F238E27FC236}">
                <a16:creationId xmlns:a16="http://schemas.microsoft.com/office/drawing/2014/main" id="{D9766E50-C8CD-3929-7A6F-C254791CDC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950" y="1446658"/>
            <a:ext cx="946929" cy="508289"/>
          </a:xfrm>
          <a:prstGeom prst="rect">
            <a:avLst/>
          </a:prstGeom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E12B4671-D6D4-FE0C-A12E-4FC8F3D61D6B}"/>
              </a:ext>
            </a:extLst>
          </p:cNvPr>
          <p:cNvSpPr/>
          <p:nvPr/>
        </p:nvSpPr>
        <p:spPr>
          <a:xfrm>
            <a:off x="8486678" y="0"/>
            <a:ext cx="657322" cy="632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8977CDF1-3198-16B2-9DB0-8B4BEAB08A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62" y="212776"/>
            <a:ext cx="448234" cy="2406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11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0" grpId="0" animBg="1"/>
      <p:bldP spid="14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A854-85FB-F7EC-7EB4-89EC0DF8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">
            <a:extLst>
              <a:ext uri="{FF2B5EF4-FFF2-40B4-BE49-F238E27FC236}">
                <a16:creationId xmlns:a16="http://schemas.microsoft.com/office/drawing/2014/main" id="{433EFDC5-29A4-D1F2-2A7A-4D507C7829BA}"/>
              </a:ext>
            </a:extLst>
          </p:cNvPr>
          <p:cNvSpPr/>
          <p:nvPr/>
        </p:nvSpPr>
        <p:spPr>
          <a:xfrm>
            <a:off x="1762258" y="4152900"/>
            <a:ext cx="5872982" cy="682290"/>
          </a:xfrm>
          <a:prstGeom prst="roundRect">
            <a:avLst>
              <a:gd name="adj" fmla="val 15360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AFE71DFE-C654-7C2B-D11E-630803B0163F}"/>
              </a:ext>
            </a:extLst>
          </p:cNvPr>
          <p:cNvSpPr/>
          <p:nvPr/>
        </p:nvSpPr>
        <p:spPr>
          <a:xfrm>
            <a:off x="6168485" y="2688603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 err="1">
                <a:solidFill>
                  <a:schemeClr val="bg1"/>
                </a:solidFill>
              </a:rPr>
              <a:t>Überzeugender</a:t>
            </a:r>
            <a:r>
              <a:rPr lang="en-US" sz="1600" b="1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en-US" sz="1600" b="1">
                <a:solidFill>
                  <a:schemeClr val="bg1"/>
                </a:solidFill>
              </a:rPr>
              <a:t>Pitch</a:t>
            </a: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84F357B9-191C-4481-4770-97D890297151}"/>
              </a:ext>
            </a:extLst>
          </p:cNvPr>
          <p:cNvSpPr/>
          <p:nvPr/>
        </p:nvSpPr>
        <p:spPr>
          <a:xfrm>
            <a:off x="3491787" y="2688603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 err="1">
                <a:solidFill>
                  <a:schemeClr val="bg1"/>
                </a:solidFill>
              </a:rPr>
              <a:t>Sichtbarer</a:t>
            </a:r>
            <a:r>
              <a:rPr lang="en-US" sz="1600" b="1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en-US" sz="1600" b="1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A616C3EB-F574-2587-ED7E-08B87944AB38}"/>
              </a:ext>
            </a:extLst>
          </p:cNvPr>
          <p:cNvSpPr/>
          <p:nvPr/>
        </p:nvSpPr>
        <p:spPr>
          <a:xfrm>
            <a:off x="853553" y="2688603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>
                <a:solidFill>
                  <a:schemeClr val="bg1"/>
                </a:solidFill>
              </a:rPr>
              <a:t>Faire </a:t>
            </a:r>
          </a:p>
          <a:p>
            <a:pPr algn="r"/>
            <a:r>
              <a:rPr lang="en-US" sz="1600" b="1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4BDC1CBA-4612-1314-61EC-EC29271B1A3C}"/>
              </a:ext>
            </a:extLst>
          </p:cNvPr>
          <p:cNvSpPr/>
          <p:nvPr/>
        </p:nvSpPr>
        <p:spPr>
          <a:xfrm>
            <a:off x="6168485" y="1318902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>
                <a:solidFill>
                  <a:schemeClr val="bg1"/>
                </a:solidFill>
              </a:rPr>
              <a:t>Plausible </a:t>
            </a:r>
            <a:r>
              <a:rPr lang="en-US" sz="1600" b="1" err="1">
                <a:solidFill>
                  <a:schemeClr val="bg1"/>
                </a:solidFill>
              </a:rPr>
              <a:t>Nachweislogik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CB843AE8-2A78-92EB-5C80-1EEECEDE8FD5}"/>
              </a:ext>
            </a:extLst>
          </p:cNvPr>
          <p:cNvSpPr/>
          <p:nvPr/>
        </p:nvSpPr>
        <p:spPr>
          <a:xfrm>
            <a:off x="3491787" y="1318902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>
                <a:solidFill>
                  <a:schemeClr val="bg1"/>
                </a:solidFill>
              </a:rPr>
              <a:t>Klarer </a:t>
            </a:r>
          </a:p>
          <a:p>
            <a:pPr algn="r"/>
            <a:r>
              <a:rPr lang="en-US" sz="1600" b="1" err="1">
                <a:solidFill>
                  <a:schemeClr val="bg1"/>
                </a:solidFill>
              </a:rPr>
              <a:t>Nutzerfluss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B9339B6C-598C-178A-92BD-EF504F984E49}"/>
              </a:ext>
            </a:extLst>
          </p:cNvPr>
          <p:cNvSpPr/>
          <p:nvPr/>
        </p:nvSpPr>
        <p:spPr>
          <a:xfrm>
            <a:off x="853554" y="1318902"/>
            <a:ext cx="2327815" cy="1054262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Mobile-first </a:t>
            </a:r>
          </a:p>
          <a:p>
            <a:pPr algn="r"/>
            <a:r>
              <a:rPr lang="en-US" sz="1600" b="1" dirty="0" err="1">
                <a:solidFill>
                  <a:schemeClr val="bg1"/>
                </a:solidFill>
              </a:rPr>
              <a:t>Prototyp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7C9C4223-EA85-B02B-D643-A7E8CFFB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D22004D2-1C97-69B7-9A9E-3A9C6B65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dirty="0"/>
              <a:t>Was wir morgen von euch sehen möchten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6B1A0106-1CB1-65D3-561E-F62ED07719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Ergebnis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56DD9981-31CF-CAA4-8867-38457A0F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9C0C276-164D-BB0C-B805-8B12041397A1}"/>
              </a:ext>
            </a:extLst>
          </p:cNvPr>
          <p:cNvSpPr/>
          <p:nvPr/>
        </p:nvSpPr>
        <p:spPr>
          <a:xfrm>
            <a:off x="1093470" y="1660816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438D"/>
                </a:solidFill>
              </a:rPr>
              <a:t>01</a:t>
            </a:r>
            <a:endParaRPr lang="en-US" sz="2500" dirty="0">
              <a:solidFill>
                <a:srgbClr val="25438D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CB7DC82-0CD3-6B6B-966F-D98E9ECD83C9}"/>
              </a:ext>
            </a:extLst>
          </p:cNvPr>
          <p:cNvSpPr/>
          <p:nvPr/>
        </p:nvSpPr>
        <p:spPr>
          <a:xfrm>
            <a:off x="3732887" y="1660816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5438D"/>
                </a:solidFill>
              </a:rPr>
              <a:t>02</a:t>
            </a:r>
            <a:endParaRPr lang="en-US" sz="2500">
              <a:solidFill>
                <a:srgbClr val="25438D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93EFEE7-2E4D-1483-2BBA-7A3A11934986}"/>
              </a:ext>
            </a:extLst>
          </p:cNvPr>
          <p:cNvSpPr/>
          <p:nvPr/>
        </p:nvSpPr>
        <p:spPr>
          <a:xfrm>
            <a:off x="6372304" y="1660816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5438D"/>
                </a:solidFill>
              </a:rPr>
              <a:t>03</a:t>
            </a:r>
            <a:endParaRPr lang="en-US" sz="2500">
              <a:solidFill>
                <a:srgbClr val="25438D"/>
              </a:soli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3C579CA-709E-F13D-283C-249BC8F65D1A}"/>
              </a:ext>
            </a:extLst>
          </p:cNvPr>
          <p:cNvSpPr/>
          <p:nvPr/>
        </p:nvSpPr>
        <p:spPr>
          <a:xfrm>
            <a:off x="1093470" y="3009462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5438D"/>
                </a:solidFill>
              </a:rPr>
              <a:t>04</a:t>
            </a:r>
            <a:endParaRPr lang="en-US" sz="2500">
              <a:solidFill>
                <a:srgbClr val="25438D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0F28C2C-15FC-4525-0D78-04156448D913}"/>
              </a:ext>
            </a:extLst>
          </p:cNvPr>
          <p:cNvSpPr/>
          <p:nvPr/>
        </p:nvSpPr>
        <p:spPr>
          <a:xfrm>
            <a:off x="3732887" y="3009462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5438D"/>
                </a:solidFill>
              </a:rPr>
              <a:t>05</a:t>
            </a:r>
            <a:endParaRPr lang="en-US" sz="2500">
              <a:solidFill>
                <a:srgbClr val="25438D"/>
              </a:solidFill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90973E5C-ACF9-7424-590A-1F8730EBEF6A}"/>
              </a:ext>
            </a:extLst>
          </p:cNvPr>
          <p:cNvSpPr/>
          <p:nvPr/>
        </p:nvSpPr>
        <p:spPr>
          <a:xfrm>
            <a:off x="6372304" y="3009462"/>
            <a:ext cx="393375" cy="312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5438D"/>
                </a:solidFill>
              </a:rPr>
              <a:t>06</a:t>
            </a:r>
            <a:endParaRPr lang="en-US" sz="2500">
              <a:solidFill>
                <a:srgbClr val="25438D"/>
              </a:solidFill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8E1FB23-5D67-021C-9F49-E920FA795679}"/>
              </a:ext>
            </a:extLst>
          </p:cNvPr>
          <p:cNvSpPr/>
          <p:nvPr/>
        </p:nvSpPr>
        <p:spPr>
          <a:xfrm>
            <a:off x="1897915" y="4266131"/>
            <a:ext cx="5615106" cy="468317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25438D"/>
              </a:solidFill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A936415-1020-F3B9-D36C-C4A7C2FC6519}"/>
              </a:ext>
            </a:extLst>
          </p:cNvPr>
          <p:cNvSpPr/>
          <p:nvPr/>
        </p:nvSpPr>
        <p:spPr>
          <a:xfrm>
            <a:off x="2056534" y="4409748"/>
            <a:ext cx="5297868" cy="16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25438D"/>
                </a:solidFill>
              </a:rPr>
              <a:t>Nicht alles bauen. Den Kern </a:t>
            </a:r>
            <a:r>
              <a:rPr lang="en-US" sz="1700" b="1">
                <a:solidFill>
                  <a:srgbClr val="C7D958"/>
                </a:solidFill>
              </a:rPr>
              <a:t>erlebbar</a:t>
            </a:r>
            <a:r>
              <a:rPr lang="en-US" sz="1700" b="1">
                <a:solidFill>
                  <a:srgbClr val="25438D"/>
                </a:solidFill>
              </a:rPr>
              <a:t> machen.</a:t>
            </a:r>
            <a:endParaRPr lang="en-US" sz="1700">
              <a:solidFill>
                <a:srgbClr val="2543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59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D131-24A5-0EFE-262F-BF7EF1A0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2">
            <a:extLst>
              <a:ext uri="{FF2B5EF4-FFF2-40B4-BE49-F238E27FC236}">
                <a16:creationId xmlns:a16="http://schemas.microsoft.com/office/drawing/2014/main" id="{B204AE30-1257-91A8-73DC-2BB9F0535E24}"/>
              </a:ext>
            </a:extLst>
          </p:cNvPr>
          <p:cNvSpPr/>
          <p:nvPr/>
        </p:nvSpPr>
        <p:spPr>
          <a:xfrm>
            <a:off x="901162" y="1350600"/>
            <a:ext cx="3541298" cy="3587160"/>
          </a:xfrm>
          <a:prstGeom prst="roundRect">
            <a:avLst>
              <a:gd name="adj" fmla="val 5228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t"/>
          <a:lstStyle/>
          <a:p>
            <a:r>
              <a:rPr lang="en-US" sz="1600">
                <a:solidFill>
                  <a:schemeClr val="bg1"/>
                </a:solidFill>
              </a:rPr>
              <a:t>FES </a:t>
            </a:r>
            <a:r>
              <a:rPr lang="en-US" sz="1600" err="1">
                <a:solidFill>
                  <a:schemeClr val="bg1"/>
                </a:solidFill>
              </a:rPr>
              <a:t>stellt</a:t>
            </a:r>
            <a:r>
              <a:rPr lang="en-US" sz="160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43EC59A6-2988-85E5-2103-ABA326CF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4081D402-0E4A-B0D4-434A-6779101C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/>
              <a:t>Rahmenbedingungen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890A0B55-27C4-6D5D-5D67-3F793008B2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Spielwiese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FE675B41-B6FC-93BB-CE0E-329D192C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6DC8A74-BA60-1C0E-46DA-74D000697227}"/>
              </a:ext>
            </a:extLst>
          </p:cNvPr>
          <p:cNvSpPr/>
          <p:nvPr/>
        </p:nvSpPr>
        <p:spPr>
          <a:xfrm>
            <a:off x="1032631" y="1828748"/>
            <a:ext cx="2186825" cy="1752652"/>
          </a:xfrm>
          <a:prstGeom prst="roundRect">
            <a:avLst>
              <a:gd name="adj" fmla="val 7112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t"/>
          <a:lstStyle/>
          <a:p>
            <a:r>
              <a:rPr lang="en-US" sz="1600">
                <a:solidFill>
                  <a:schemeClr val="bg1"/>
                </a:solidFill>
              </a:rPr>
              <a:t>GitHub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Aufgabenstellung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Datengrundlage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verpflichtende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600" err="1">
                <a:solidFill>
                  <a:schemeClr val="bg1"/>
                </a:solidFill>
              </a:rPr>
              <a:t>Ablage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54BFC844-3A90-9BD1-BD34-A983AF6F1808}"/>
              </a:ext>
            </a:extLst>
          </p:cNvPr>
          <p:cNvSpPr/>
          <p:nvPr/>
        </p:nvSpPr>
        <p:spPr>
          <a:xfrm>
            <a:off x="1032631" y="3734092"/>
            <a:ext cx="2821268" cy="958104"/>
          </a:xfrm>
          <a:prstGeom prst="roundRect">
            <a:avLst>
              <a:gd name="adj" fmla="val 15360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t"/>
          <a:lstStyle/>
          <a:p>
            <a:r>
              <a:rPr lang="en-US" sz="1600" dirty="0">
                <a:solidFill>
                  <a:schemeClr val="bg1"/>
                </a:solidFill>
              </a:rPr>
              <a:t>ChatGPT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1.000€ Tokens </a:t>
            </a:r>
            <a:r>
              <a:rPr lang="en-US" sz="1600" dirty="0">
                <a:solidFill>
                  <a:schemeClr val="bg1"/>
                </a:solidFill>
              </a:rPr>
              <a:t>pro TEAM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F096467E-CDF6-99B0-B04F-9C72DE6C479A}"/>
              </a:ext>
            </a:extLst>
          </p:cNvPr>
          <p:cNvSpPr/>
          <p:nvPr/>
        </p:nvSpPr>
        <p:spPr>
          <a:xfrm>
            <a:off x="4643860" y="1350600"/>
            <a:ext cx="3541298" cy="1524000"/>
          </a:xfrm>
          <a:prstGeom prst="roundRect">
            <a:avLst>
              <a:gd name="adj" fmla="val 5228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t"/>
          <a:lstStyle/>
          <a:p>
            <a:r>
              <a:rPr lang="en-US" sz="1600">
                <a:solidFill>
                  <a:schemeClr val="bg1"/>
                </a:solidFill>
              </a:rPr>
              <a:t>Pitch:</a:t>
            </a: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bg1"/>
                </a:solidFill>
              </a:rPr>
              <a:t>10 min + 5min 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 err="1">
                <a:solidFill>
                  <a:schemeClr val="bg1"/>
                </a:solidFill>
              </a:rPr>
              <a:t>Fragerunde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3" name="Grafik 2" descr="Lehrer mit einfarbiger Füllung">
            <a:extLst>
              <a:ext uri="{FF2B5EF4-FFF2-40B4-BE49-F238E27FC236}">
                <a16:creationId xmlns:a16="http://schemas.microsoft.com/office/drawing/2014/main" id="{4DC65F54-7921-2D13-C880-EDB47BBA9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9088" y="1325854"/>
            <a:ext cx="914400" cy="914400"/>
          </a:xfrm>
          <a:prstGeom prst="rect">
            <a:avLst/>
          </a:prstGeom>
        </p:spPr>
      </p:pic>
      <p:pic>
        <p:nvPicPr>
          <p:cNvPr id="6" name="Grafik 5" descr="Münzen mit einfarbiger Füllung">
            <a:extLst>
              <a:ext uri="{FF2B5EF4-FFF2-40B4-BE49-F238E27FC236}">
                <a16:creationId xmlns:a16="http://schemas.microsoft.com/office/drawing/2014/main" id="{87E64420-33A4-B57F-0D27-6A673116A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2455" y="3785132"/>
            <a:ext cx="506936" cy="506936"/>
          </a:xfrm>
          <a:prstGeom prst="rect">
            <a:avLst/>
          </a:prstGeom>
        </p:spPr>
      </p:pic>
      <p:pic>
        <p:nvPicPr>
          <p:cNvPr id="9" name="Grafik 8" descr="Ordnersuche mit einfarbiger Füllung">
            <a:extLst>
              <a:ext uri="{FF2B5EF4-FFF2-40B4-BE49-F238E27FC236}">
                <a16:creationId xmlns:a16="http://schemas.microsoft.com/office/drawing/2014/main" id="{D61EDDD3-4DF5-4DEF-D95D-DCD8AE2C5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2842" y="1864748"/>
            <a:ext cx="578536" cy="57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3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92999-D08D-B4F5-338D-66843CD5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>
            <a:extLst>
              <a:ext uri="{FF2B5EF4-FFF2-40B4-BE49-F238E27FC236}">
                <a16:creationId xmlns:a16="http://schemas.microsoft.com/office/drawing/2014/main" id="{CA2ADA8E-9A42-0277-E7CF-EB8EE93655B0}"/>
              </a:ext>
            </a:extLst>
          </p:cNvPr>
          <p:cNvSpPr/>
          <p:nvPr/>
        </p:nvSpPr>
        <p:spPr>
          <a:xfrm>
            <a:off x="0" y="0"/>
            <a:ext cx="9133200" cy="5143500"/>
          </a:xfrm>
          <a:prstGeom prst="rect">
            <a:avLst/>
          </a:prstGeom>
          <a:solidFill>
            <a:srgbClr val="25438D"/>
          </a:solidFill>
          <a:ln>
            <a:solidFill>
              <a:srgbClr val="2543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Shape 2">
            <a:extLst>
              <a:ext uri="{FF2B5EF4-FFF2-40B4-BE49-F238E27FC236}">
                <a16:creationId xmlns:a16="http://schemas.microsoft.com/office/drawing/2014/main" id="{326434BA-0C19-1816-8B32-E0832B3A3E20}"/>
              </a:ext>
            </a:extLst>
          </p:cNvPr>
          <p:cNvSpPr/>
          <p:nvPr/>
        </p:nvSpPr>
        <p:spPr>
          <a:xfrm>
            <a:off x="4905545" y="1260514"/>
            <a:ext cx="3819355" cy="3613911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3" name="Shape 2">
            <a:extLst>
              <a:ext uri="{FF2B5EF4-FFF2-40B4-BE49-F238E27FC236}">
                <a16:creationId xmlns:a16="http://schemas.microsoft.com/office/drawing/2014/main" id="{92EE247F-CB78-EA5A-342F-CE77A9332AF5}"/>
              </a:ext>
            </a:extLst>
          </p:cNvPr>
          <p:cNvSpPr/>
          <p:nvPr/>
        </p:nvSpPr>
        <p:spPr>
          <a:xfrm>
            <a:off x="5045612" y="2351974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4CA36E0E-3928-2D6D-FEE6-82ABED7FCB66}"/>
              </a:ext>
            </a:extLst>
          </p:cNvPr>
          <p:cNvSpPr/>
          <p:nvPr/>
        </p:nvSpPr>
        <p:spPr>
          <a:xfrm>
            <a:off x="5045612" y="2809807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7" name="Shape 2">
            <a:extLst>
              <a:ext uri="{FF2B5EF4-FFF2-40B4-BE49-F238E27FC236}">
                <a16:creationId xmlns:a16="http://schemas.microsoft.com/office/drawing/2014/main" id="{7FA3424F-C892-C61A-6C46-720199B1671E}"/>
              </a:ext>
            </a:extLst>
          </p:cNvPr>
          <p:cNvSpPr/>
          <p:nvPr/>
        </p:nvSpPr>
        <p:spPr>
          <a:xfrm>
            <a:off x="5045612" y="3307841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9" name="Shape 2">
            <a:extLst>
              <a:ext uri="{FF2B5EF4-FFF2-40B4-BE49-F238E27FC236}">
                <a16:creationId xmlns:a16="http://schemas.microsoft.com/office/drawing/2014/main" id="{357D695A-777A-756E-250B-EED1891EB2A1}"/>
              </a:ext>
            </a:extLst>
          </p:cNvPr>
          <p:cNvSpPr/>
          <p:nvPr/>
        </p:nvSpPr>
        <p:spPr>
          <a:xfrm>
            <a:off x="5045612" y="4263709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01" name="Shape 2">
            <a:extLst>
              <a:ext uri="{FF2B5EF4-FFF2-40B4-BE49-F238E27FC236}">
                <a16:creationId xmlns:a16="http://schemas.microsoft.com/office/drawing/2014/main" id="{8DE7EC74-4F2A-0DE0-5CCD-67099C417AAD}"/>
              </a:ext>
            </a:extLst>
          </p:cNvPr>
          <p:cNvSpPr/>
          <p:nvPr/>
        </p:nvSpPr>
        <p:spPr>
          <a:xfrm>
            <a:off x="5045612" y="1871088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03" name="Shape 2">
            <a:extLst>
              <a:ext uri="{FF2B5EF4-FFF2-40B4-BE49-F238E27FC236}">
                <a16:creationId xmlns:a16="http://schemas.microsoft.com/office/drawing/2014/main" id="{42F2B129-371B-9919-BF4E-24DFAB7B01BF}"/>
              </a:ext>
            </a:extLst>
          </p:cNvPr>
          <p:cNvSpPr/>
          <p:nvPr/>
        </p:nvSpPr>
        <p:spPr>
          <a:xfrm>
            <a:off x="5045612" y="3771716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6B54433F-A4EC-84A1-4EA8-B8EF77EC23A5}"/>
              </a:ext>
            </a:extLst>
          </p:cNvPr>
          <p:cNvSpPr/>
          <p:nvPr/>
        </p:nvSpPr>
        <p:spPr>
          <a:xfrm>
            <a:off x="897425" y="1247647"/>
            <a:ext cx="3819355" cy="3613911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5" name="Shape 2">
            <a:extLst>
              <a:ext uri="{FF2B5EF4-FFF2-40B4-BE49-F238E27FC236}">
                <a16:creationId xmlns:a16="http://schemas.microsoft.com/office/drawing/2014/main" id="{3C71081F-6FE6-D543-A172-1D684124346F}"/>
              </a:ext>
            </a:extLst>
          </p:cNvPr>
          <p:cNvSpPr/>
          <p:nvPr/>
        </p:nvSpPr>
        <p:spPr>
          <a:xfrm>
            <a:off x="1080171" y="2496740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87" name="Shape 2">
            <a:extLst>
              <a:ext uri="{FF2B5EF4-FFF2-40B4-BE49-F238E27FC236}">
                <a16:creationId xmlns:a16="http://schemas.microsoft.com/office/drawing/2014/main" id="{41BA710F-6A47-2374-FE63-0498076DB0AA}"/>
              </a:ext>
            </a:extLst>
          </p:cNvPr>
          <p:cNvSpPr/>
          <p:nvPr/>
        </p:nvSpPr>
        <p:spPr>
          <a:xfrm>
            <a:off x="1080171" y="3061787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89" name="Shape 2">
            <a:extLst>
              <a:ext uri="{FF2B5EF4-FFF2-40B4-BE49-F238E27FC236}">
                <a16:creationId xmlns:a16="http://schemas.microsoft.com/office/drawing/2014/main" id="{0268F29F-B85A-D9D0-77FF-0DB35BD7EF0B}"/>
              </a:ext>
            </a:extLst>
          </p:cNvPr>
          <p:cNvSpPr/>
          <p:nvPr/>
        </p:nvSpPr>
        <p:spPr>
          <a:xfrm>
            <a:off x="1080171" y="3624938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1" name="Shape 2">
            <a:extLst>
              <a:ext uri="{FF2B5EF4-FFF2-40B4-BE49-F238E27FC236}">
                <a16:creationId xmlns:a16="http://schemas.microsoft.com/office/drawing/2014/main" id="{17BFBA31-1282-CA65-ECE5-2FCFFFC7178E}"/>
              </a:ext>
            </a:extLst>
          </p:cNvPr>
          <p:cNvSpPr/>
          <p:nvPr/>
        </p:nvSpPr>
        <p:spPr>
          <a:xfrm>
            <a:off x="1080171" y="4191981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D945B416-D267-8B9C-70CF-07D11867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>
                <a:solidFill>
                  <a:schemeClr val="bg1"/>
                </a:solidFill>
              </a:rPr>
              <a:pPr/>
              <a:t>10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CBF72A63-2A14-EDAE-E2D2-0528B23C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err="1">
                <a:solidFill>
                  <a:srgbClr val="FFFFFF"/>
                </a:solidFill>
              </a:rPr>
              <a:t>Ablauf</a:t>
            </a:r>
            <a:endParaRPr lang="en-US" sz="2000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A2E78DB-B486-F1FB-C459-107176BE72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24h Hackathon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9D32AD6E-9F39-E3AB-6B1B-6A55E118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FES GmbH – Digitale Services &amp; Produkte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420E153-71ED-9FFA-9B6D-494D045ACF36}"/>
              </a:ext>
            </a:extLst>
          </p:cNvPr>
          <p:cNvSpPr/>
          <p:nvPr/>
        </p:nvSpPr>
        <p:spPr>
          <a:xfrm>
            <a:off x="8486678" y="-7620"/>
            <a:ext cx="657322" cy="632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E43B9AEB-D27C-0A11-8360-57953ACBD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62" y="212776"/>
            <a:ext cx="448234" cy="240601"/>
          </a:xfrm>
          <a:prstGeom prst="rect">
            <a:avLst/>
          </a:prstGeom>
          <a:ln>
            <a:noFill/>
          </a:ln>
        </p:spPr>
      </p:pic>
      <p:sp>
        <p:nvSpPr>
          <p:cNvPr id="113" name="Text 6">
            <a:extLst>
              <a:ext uri="{FF2B5EF4-FFF2-40B4-BE49-F238E27FC236}">
                <a16:creationId xmlns:a16="http://schemas.microsoft.com/office/drawing/2014/main" id="{FCC03F36-2711-7D4B-8C56-D2E0F063ED56}"/>
              </a:ext>
            </a:extLst>
          </p:cNvPr>
          <p:cNvSpPr/>
          <p:nvPr/>
        </p:nvSpPr>
        <p:spPr>
          <a:xfrm>
            <a:off x="1878220" y="1445927"/>
            <a:ext cx="103332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667085"/>
                </a:solidFill>
              </a:rPr>
              <a:t>11. September</a:t>
            </a:r>
            <a:endParaRPr lang="en-US" sz="1000"/>
          </a:p>
        </p:txBody>
      </p:sp>
      <p:pic>
        <p:nvPicPr>
          <p:cNvPr id="114" name="Image 0">
            <a:extLst>
              <a:ext uri="{FF2B5EF4-FFF2-40B4-BE49-F238E27FC236}">
                <a16:creationId xmlns:a16="http://schemas.microsoft.com/office/drawing/2014/main" id="{DD103F6A-88A8-C660-386A-273BB996B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5535" y="1417320"/>
            <a:ext cx="158443" cy="164490"/>
          </a:xfrm>
          <a:prstGeom prst="rect">
            <a:avLst/>
          </a:prstGeom>
        </p:spPr>
      </p:pic>
      <p:sp>
        <p:nvSpPr>
          <p:cNvPr id="116" name="Text 8">
            <a:extLst>
              <a:ext uri="{FF2B5EF4-FFF2-40B4-BE49-F238E27FC236}">
                <a16:creationId xmlns:a16="http://schemas.microsoft.com/office/drawing/2014/main" id="{EFDFA81B-E155-D289-2D73-164E04805DAD}"/>
              </a:ext>
            </a:extLst>
          </p:cNvPr>
          <p:cNvSpPr/>
          <p:nvPr/>
        </p:nvSpPr>
        <p:spPr>
          <a:xfrm>
            <a:off x="1582000" y="193224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14:30</a:t>
            </a:r>
            <a:endParaRPr lang="en-US" sz="1300"/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2DBEC259-92B0-7B76-DCB7-1E69FCBA2640}"/>
              </a:ext>
            </a:extLst>
          </p:cNvPr>
          <p:cNvSpPr/>
          <p:nvPr/>
        </p:nvSpPr>
        <p:spPr>
          <a:xfrm>
            <a:off x="2133107" y="1910789"/>
            <a:ext cx="2273315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Get-together &amp; Snacks</a:t>
            </a:r>
            <a:endParaRPr lang="en-US" sz="1170"/>
          </a:p>
        </p:txBody>
      </p:sp>
      <p:sp>
        <p:nvSpPr>
          <p:cNvPr id="118" name="Text 10">
            <a:extLst>
              <a:ext uri="{FF2B5EF4-FFF2-40B4-BE49-F238E27FC236}">
                <a16:creationId xmlns:a16="http://schemas.microsoft.com/office/drawing/2014/main" id="{F471E045-A852-9C8E-9FB5-048A37AA2A54}"/>
              </a:ext>
            </a:extLst>
          </p:cNvPr>
          <p:cNvSpPr/>
          <p:nvPr/>
        </p:nvSpPr>
        <p:spPr>
          <a:xfrm>
            <a:off x="2133107" y="2096735"/>
            <a:ext cx="227331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Ankommen und erstes Kennenlernen</a:t>
            </a:r>
            <a:endParaRPr lang="en-US" sz="850"/>
          </a:p>
        </p:txBody>
      </p:sp>
      <p:sp>
        <p:nvSpPr>
          <p:cNvPr id="119" name="Shape 11">
            <a:extLst>
              <a:ext uri="{FF2B5EF4-FFF2-40B4-BE49-F238E27FC236}">
                <a16:creationId xmlns:a16="http://schemas.microsoft.com/office/drawing/2014/main" id="{D9546F41-8FEB-6CAF-1F76-E7918B90D14F}"/>
              </a:ext>
            </a:extLst>
          </p:cNvPr>
          <p:cNvSpPr/>
          <p:nvPr/>
        </p:nvSpPr>
        <p:spPr>
          <a:xfrm>
            <a:off x="1086004" y="2395677"/>
            <a:ext cx="3361751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3">
            <a:extLst>
              <a:ext uri="{FF2B5EF4-FFF2-40B4-BE49-F238E27FC236}">
                <a16:creationId xmlns:a16="http://schemas.microsoft.com/office/drawing/2014/main" id="{6731CB0C-09BF-8CAA-7367-23E6977B6423}"/>
              </a:ext>
            </a:extLst>
          </p:cNvPr>
          <p:cNvSpPr/>
          <p:nvPr/>
        </p:nvSpPr>
        <p:spPr>
          <a:xfrm>
            <a:off x="1582000" y="2502953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15:00</a:t>
            </a:r>
            <a:endParaRPr lang="en-US" sz="1300"/>
          </a:p>
        </p:txBody>
      </p:sp>
      <p:sp>
        <p:nvSpPr>
          <p:cNvPr id="122" name="Text 14">
            <a:extLst>
              <a:ext uri="{FF2B5EF4-FFF2-40B4-BE49-F238E27FC236}">
                <a16:creationId xmlns:a16="http://schemas.microsoft.com/office/drawing/2014/main" id="{24071383-0E4B-CDBA-1B4A-9077F5BCAA94}"/>
              </a:ext>
            </a:extLst>
          </p:cNvPr>
          <p:cNvSpPr/>
          <p:nvPr/>
        </p:nvSpPr>
        <p:spPr>
          <a:xfrm>
            <a:off x="2133107" y="2481498"/>
            <a:ext cx="2273315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Begrüßung &amp; Challenge</a:t>
            </a:r>
            <a:endParaRPr lang="en-US" sz="1170"/>
          </a:p>
        </p:txBody>
      </p:sp>
      <p:sp>
        <p:nvSpPr>
          <p:cNvPr id="123" name="Text 15">
            <a:extLst>
              <a:ext uri="{FF2B5EF4-FFF2-40B4-BE49-F238E27FC236}">
                <a16:creationId xmlns:a16="http://schemas.microsoft.com/office/drawing/2014/main" id="{288032F0-03E5-B4C3-9813-F9B6B509D55E}"/>
              </a:ext>
            </a:extLst>
          </p:cNvPr>
          <p:cNvSpPr/>
          <p:nvPr/>
        </p:nvSpPr>
        <p:spPr>
          <a:xfrm>
            <a:off x="2133107" y="2667443"/>
            <a:ext cx="227331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FES, Partner und Aufgabenstellung</a:t>
            </a:r>
            <a:endParaRPr lang="en-US" sz="850"/>
          </a:p>
        </p:txBody>
      </p:sp>
      <p:sp>
        <p:nvSpPr>
          <p:cNvPr id="124" name="Shape 16">
            <a:extLst>
              <a:ext uri="{FF2B5EF4-FFF2-40B4-BE49-F238E27FC236}">
                <a16:creationId xmlns:a16="http://schemas.microsoft.com/office/drawing/2014/main" id="{8C63E03D-CCDB-DBFA-CB92-249A6495D6F5}"/>
              </a:ext>
            </a:extLst>
          </p:cNvPr>
          <p:cNvSpPr/>
          <p:nvPr/>
        </p:nvSpPr>
        <p:spPr>
          <a:xfrm>
            <a:off x="1086004" y="2966385"/>
            <a:ext cx="3361751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8">
            <a:extLst>
              <a:ext uri="{FF2B5EF4-FFF2-40B4-BE49-F238E27FC236}">
                <a16:creationId xmlns:a16="http://schemas.microsoft.com/office/drawing/2014/main" id="{7B1B0F02-62BF-C79D-1A9A-802A758F760B}"/>
              </a:ext>
            </a:extLst>
          </p:cNvPr>
          <p:cNvSpPr/>
          <p:nvPr/>
        </p:nvSpPr>
        <p:spPr>
          <a:xfrm>
            <a:off x="1582000" y="3073661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16:00</a:t>
            </a:r>
            <a:endParaRPr lang="en-US" sz="1300"/>
          </a:p>
        </p:txBody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592F9CBB-8E51-D58E-7A36-F4416A46EE1A}"/>
              </a:ext>
            </a:extLst>
          </p:cNvPr>
          <p:cNvSpPr/>
          <p:nvPr/>
        </p:nvSpPr>
        <p:spPr>
          <a:xfrm>
            <a:off x="2133107" y="3052206"/>
            <a:ext cx="2273315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Start der Arbeitsphase</a:t>
            </a:r>
            <a:endParaRPr lang="en-US" sz="1170"/>
          </a:p>
        </p:txBody>
      </p:sp>
      <p:sp>
        <p:nvSpPr>
          <p:cNvPr id="128" name="Text 20">
            <a:extLst>
              <a:ext uri="{FF2B5EF4-FFF2-40B4-BE49-F238E27FC236}">
                <a16:creationId xmlns:a16="http://schemas.microsoft.com/office/drawing/2014/main" id="{176FF46C-2A1F-477C-F308-D9A13C96D771}"/>
              </a:ext>
            </a:extLst>
          </p:cNvPr>
          <p:cNvSpPr/>
          <p:nvPr/>
        </p:nvSpPr>
        <p:spPr>
          <a:xfrm>
            <a:off x="2133107" y="3238151"/>
            <a:ext cx="227331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Auf die Plätze, fertig, los!</a:t>
            </a:r>
            <a:endParaRPr lang="en-US" sz="850"/>
          </a:p>
        </p:txBody>
      </p:sp>
      <p:sp>
        <p:nvSpPr>
          <p:cNvPr id="129" name="Shape 21">
            <a:extLst>
              <a:ext uri="{FF2B5EF4-FFF2-40B4-BE49-F238E27FC236}">
                <a16:creationId xmlns:a16="http://schemas.microsoft.com/office/drawing/2014/main" id="{8E1ECD66-C74F-CAC6-E103-03EF9D243355}"/>
              </a:ext>
            </a:extLst>
          </p:cNvPr>
          <p:cNvSpPr/>
          <p:nvPr/>
        </p:nvSpPr>
        <p:spPr>
          <a:xfrm>
            <a:off x="1086004" y="3537094"/>
            <a:ext cx="3361751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C236D071-8927-80D1-0CB2-F83E85754B76}"/>
              </a:ext>
            </a:extLst>
          </p:cNvPr>
          <p:cNvSpPr/>
          <p:nvPr/>
        </p:nvSpPr>
        <p:spPr>
          <a:xfrm>
            <a:off x="1582000" y="3644370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18:00</a:t>
            </a:r>
            <a:endParaRPr lang="en-US" sz="1300"/>
          </a:p>
        </p:txBody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BE11F94D-37E8-0EEF-F748-D5EE0A9C80A2}"/>
              </a:ext>
            </a:extLst>
          </p:cNvPr>
          <p:cNvSpPr/>
          <p:nvPr/>
        </p:nvSpPr>
        <p:spPr>
          <a:xfrm>
            <a:off x="2133107" y="3622914"/>
            <a:ext cx="2273315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„How to …“-Workshop</a:t>
            </a:r>
            <a:endParaRPr lang="en-US" sz="1170"/>
          </a:p>
        </p:txBody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BECF914E-E30B-9376-D340-D976B99B1939}"/>
              </a:ext>
            </a:extLst>
          </p:cNvPr>
          <p:cNvSpPr/>
          <p:nvPr/>
        </p:nvSpPr>
        <p:spPr>
          <a:xfrm>
            <a:off x="2133107" y="3808859"/>
            <a:ext cx="227331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Praxisimpuls für die Teams</a:t>
            </a:r>
            <a:endParaRPr lang="en-US" sz="850"/>
          </a:p>
        </p:txBody>
      </p:sp>
      <p:sp>
        <p:nvSpPr>
          <p:cNvPr id="134" name="Shape 26">
            <a:extLst>
              <a:ext uri="{FF2B5EF4-FFF2-40B4-BE49-F238E27FC236}">
                <a16:creationId xmlns:a16="http://schemas.microsoft.com/office/drawing/2014/main" id="{4B996384-BB9D-EAC2-D19C-3F633DB71915}"/>
              </a:ext>
            </a:extLst>
          </p:cNvPr>
          <p:cNvSpPr/>
          <p:nvPr/>
        </p:nvSpPr>
        <p:spPr>
          <a:xfrm>
            <a:off x="1086004" y="4107802"/>
            <a:ext cx="3361751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28">
            <a:extLst>
              <a:ext uri="{FF2B5EF4-FFF2-40B4-BE49-F238E27FC236}">
                <a16:creationId xmlns:a16="http://schemas.microsoft.com/office/drawing/2014/main" id="{D4B9CCB6-1123-505D-4222-AFB576F47667}"/>
              </a:ext>
            </a:extLst>
          </p:cNvPr>
          <p:cNvSpPr/>
          <p:nvPr/>
        </p:nvSpPr>
        <p:spPr>
          <a:xfrm>
            <a:off x="1582000" y="4215078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19:00</a:t>
            </a:r>
            <a:endParaRPr lang="en-US" sz="1300"/>
          </a:p>
        </p:txBody>
      </p:sp>
      <p:sp>
        <p:nvSpPr>
          <p:cNvPr id="137" name="Text 29">
            <a:extLst>
              <a:ext uri="{FF2B5EF4-FFF2-40B4-BE49-F238E27FC236}">
                <a16:creationId xmlns:a16="http://schemas.microsoft.com/office/drawing/2014/main" id="{DBF411D8-E3F6-3EEC-1006-C5B5B8FC4B9B}"/>
              </a:ext>
            </a:extLst>
          </p:cNvPr>
          <p:cNvSpPr/>
          <p:nvPr/>
        </p:nvSpPr>
        <p:spPr>
          <a:xfrm>
            <a:off x="2133107" y="4193622"/>
            <a:ext cx="2273315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Buffet &amp; Arbeitsmodus</a:t>
            </a:r>
            <a:endParaRPr lang="en-US" sz="1170"/>
          </a:p>
        </p:txBody>
      </p:sp>
      <p:sp>
        <p:nvSpPr>
          <p:cNvPr id="138" name="Text 30">
            <a:extLst>
              <a:ext uri="{FF2B5EF4-FFF2-40B4-BE49-F238E27FC236}">
                <a16:creationId xmlns:a16="http://schemas.microsoft.com/office/drawing/2014/main" id="{B0743E7E-C095-C8AF-FD20-7309059F5B80}"/>
              </a:ext>
            </a:extLst>
          </p:cNvPr>
          <p:cNvSpPr/>
          <p:nvPr/>
        </p:nvSpPr>
        <p:spPr>
          <a:xfrm>
            <a:off x="2133107" y="4379567"/>
            <a:ext cx="227331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Gemeinsam essen, anschließend weiterarbeiten</a:t>
            </a:r>
            <a:endParaRPr lang="en-US" sz="850"/>
          </a:p>
        </p:txBody>
      </p:sp>
      <p:sp>
        <p:nvSpPr>
          <p:cNvPr id="140" name="Text 34">
            <a:extLst>
              <a:ext uri="{FF2B5EF4-FFF2-40B4-BE49-F238E27FC236}">
                <a16:creationId xmlns:a16="http://schemas.microsoft.com/office/drawing/2014/main" id="{FB57C7A2-2899-BF86-AD37-034BD977DE22}"/>
              </a:ext>
            </a:extLst>
          </p:cNvPr>
          <p:cNvSpPr/>
          <p:nvPr/>
        </p:nvSpPr>
        <p:spPr>
          <a:xfrm>
            <a:off x="5839300" y="1445927"/>
            <a:ext cx="1033325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667085"/>
                </a:solidFill>
              </a:rPr>
              <a:t>12. September</a:t>
            </a:r>
            <a:endParaRPr lang="en-US" sz="1000"/>
          </a:p>
        </p:txBody>
      </p:sp>
      <p:pic>
        <p:nvPicPr>
          <p:cNvPr id="141" name="Image 6">
            <a:extLst>
              <a:ext uri="{FF2B5EF4-FFF2-40B4-BE49-F238E27FC236}">
                <a16:creationId xmlns:a16="http://schemas.microsoft.com/office/drawing/2014/main" id="{D6D09335-828F-171F-719F-FDF36DADEC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727" y="1417320"/>
            <a:ext cx="158443" cy="164490"/>
          </a:xfrm>
          <a:prstGeom prst="rect">
            <a:avLst/>
          </a:prstGeom>
        </p:spPr>
      </p:pic>
      <p:pic>
        <p:nvPicPr>
          <p:cNvPr id="142" name="Image 7">
            <a:extLst>
              <a:ext uri="{FF2B5EF4-FFF2-40B4-BE49-F238E27FC236}">
                <a16:creationId xmlns:a16="http://schemas.microsoft.com/office/drawing/2014/main" id="{15553389-81A3-1995-ECE6-4657EEC9B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0613" y="1996610"/>
            <a:ext cx="185999" cy="193097"/>
          </a:xfrm>
          <a:prstGeom prst="rect">
            <a:avLst/>
          </a:prstGeom>
        </p:spPr>
      </p:pic>
      <p:sp>
        <p:nvSpPr>
          <p:cNvPr id="143" name="Text 36">
            <a:extLst>
              <a:ext uri="{FF2B5EF4-FFF2-40B4-BE49-F238E27FC236}">
                <a16:creationId xmlns:a16="http://schemas.microsoft.com/office/drawing/2014/main" id="{83AC359E-E70E-AEB2-6ECC-95D87947C62D}"/>
              </a:ext>
            </a:extLst>
          </p:cNvPr>
          <p:cNvSpPr/>
          <p:nvPr/>
        </p:nvSpPr>
        <p:spPr>
          <a:xfrm>
            <a:off x="5543080" y="193224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07:45</a:t>
            </a:r>
            <a:endParaRPr lang="en-US" sz="1300"/>
          </a:p>
        </p:txBody>
      </p:sp>
      <p:sp>
        <p:nvSpPr>
          <p:cNvPr id="144" name="Text 37">
            <a:extLst>
              <a:ext uri="{FF2B5EF4-FFF2-40B4-BE49-F238E27FC236}">
                <a16:creationId xmlns:a16="http://schemas.microsoft.com/office/drawing/2014/main" id="{F2E00B15-BA54-D632-7A8A-DCB0F7F367DB}"/>
              </a:ext>
            </a:extLst>
          </p:cNvPr>
          <p:cNvSpPr/>
          <p:nvPr/>
        </p:nvSpPr>
        <p:spPr>
          <a:xfrm>
            <a:off x="6094187" y="1910789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Frühstück</a:t>
            </a:r>
            <a:endParaRPr lang="en-US" sz="1170"/>
          </a:p>
        </p:txBody>
      </p:sp>
      <p:sp>
        <p:nvSpPr>
          <p:cNvPr id="145" name="Text 38">
            <a:extLst>
              <a:ext uri="{FF2B5EF4-FFF2-40B4-BE49-F238E27FC236}">
                <a16:creationId xmlns:a16="http://schemas.microsoft.com/office/drawing/2014/main" id="{EB49A56B-5F00-6B9C-73DF-F22A6111AF6E}"/>
              </a:ext>
            </a:extLst>
          </p:cNvPr>
          <p:cNvSpPr/>
          <p:nvPr/>
        </p:nvSpPr>
        <p:spPr>
          <a:xfrm>
            <a:off x="6094187" y="209673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Energie für den Endspurt</a:t>
            </a:r>
            <a:endParaRPr lang="en-US" sz="850"/>
          </a:p>
        </p:txBody>
      </p:sp>
      <p:sp>
        <p:nvSpPr>
          <p:cNvPr id="146" name="Shape 39">
            <a:extLst>
              <a:ext uri="{FF2B5EF4-FFF2-40B4-BE49-F238E27FC236}">
                <a16:creationId xmlns:a16="http://schemas.microsoft.com/office/drawing/2014/main" id="{80B993AE-ADD2-2A0D-0927-C08FB469B9CD}"/>
              </a:ext>
            </a:extLst>
          </p:cNvPr>
          <p:cNvSpPr/>
          <p:nvPr/>
        </p:nvSpPr>
        <p:spPr>
          <a:xfrm>
            <a:off x="5047084" y="2300559"/>
            <a:ext cx="3168864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7" name="Image 8">
            <a:extLst>
              <a:ext uri="{FF2B5EF4-FFF2-40B4-BE49-F238E27FC236}">
                <a16:creationId xmlns:a16="http://schemas.microsoft.com/office/drawing/2014/main" id="{0259496F-3B41-ACF9-4886-0DC3268FA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0613" y="2472200"/>
            <a:ext cx="185999" cy="193097"/>
          </a:xfrm>
          <a:prstGeom prst="rect">
            <a:avLst/>
          </a:prstGeom>
        </p:spPr>
      </p:pic>
      <p:sp>
        <p:nvSpPr>
          <p:cNvPr id="148" name="Text 41">
            <a:extLst>
              <a:ext uri="{FF2B5EF4-FFF2-40B4-BE49-F238E27FC236}">
                <a16:creationId xmlns:a16="http://schemas.microsoft.com/office/drawing/2014/main" id="{575D21CF-AC24-E082-CF14-5A418AFA54EC}"/>
              </a:ext>
            </a:extLst>
          </p:cNvPr>
          <p:cNvSpPr/>
          <p:nvPr/>
        </p:nvSpPr>
        <p:spPr>
          <a:xfrm>
            <a:off x="5543080" y="240783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12:00</a:t>
            </a:r>
            <a:endParaRPr lang="en-US" sz="1300"/>
          </a:p>
        </p:txBody>
      </p:sp>
      <p:sp>
        <p:nvSpPr>
          <p:cNvPr id="149" name="Text 42">
            <a:extLst>
              <a:ext uri="{FF2B5EF4-FFF2-40B4-BE49-F238E27FC236}">
                <a16:creationId xmlns:a16="http://schemas.microsoft.com/office/drawing/2014/main" id="{892741FD-6C17-33CB-BADE-84C05332B91C}"/>
              </a:ext>
            </a:extLst>
          </p:cNvPr>
          <p:cNvSpPr/>
          <p:nvPr/>
        </p:nvSpPr>
        <p:spPr>
          <a:xfrm>
            <a:off x="6094187" y="2386380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Mittagessen</a:t>
            </a:r>
            <a:endParaRPr lang="en-US" sz="1170"/>
          </a:p>
        </p:txBody>
      </p:sp>
      <p:sp>
        <p:nvSpPr>
          <p:cNvPr id="150" name="Text 43">
            <a:extLst>
              <a:ext uri="{FF2B5EF4-FFF2-40B4-BE49-F238E27FC236}">
                <a16:creationId xmlns:a16="http://schemas.microsoft.com/office/drawing/2014/main" id="{F711CEF4-3DFE-E6ED-62F0-41E7D1FBB7C5}"/>
              </a:ext>
            </a:extLst>
          </p:cNvPr>
          <p:cNvSpPr/>
          <p:nvPr/>
        </p:nvSpPr>
        <p:spPr>
          <a:xfrm>
            <a:off x="6094187" y="257232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Gemeinsame Pause</a:t>
            </a:r>
            <a:endParaRPr lang="en-US" sz="850"/>
          </a:p>
        </p:txBody>
      </p:sp>
      <p:sp>
        <p:nvSpPr>
          <p:cNvPr id="151" name="Shape 44">
            <a:extLst>
              <a:ext uri="{FF2B5EF4-FFF2-40B4-BE49-F238E27FC236}">
                <a16:creationId xmlns:a16="http://schemas.microsoft.com/office/drawing/2014/main" id="{40D097B7-4F28-2E98-5913-FF57E427432A}"/>
              </a:ext>
            </a:extLst>
          </p:cNvPr>
          <p:cNvSpPr/>
          <p:nvPr/>
        </p:nvSpPr>
        <p:spPr>
          <a:xfrm>
            <a:off x="5047084" y="2776149"/>
            <a:ext cx="3168864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2" name="Image 9">
            <a:extLst>
              <a:ext uri="{FF2B5EF4-FFF2-40B4-BE49-F238E27FC236}">
                <a16:creationId xmlns:a16="http://schemas.microsoft.com/office/drawing/2014/main" id="{51B1DEE8-4256-8E90-3449-E5F4570D7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0613" y="2947791"/>
            <a:ext cx="185999" cy="193097"/>
          </a:xfrm>
          <a:prstGeom prst="rect">
            <a:avLst/>
          </a:prstGeom>
        </p:spPr>
      </p:pic>
      <p:sp>
        <p:nvSpPr>
          <p:cNvPr id="153" name="Text 46">
            <a:extLst>
              <a:ext uri="{FF2B5EF4-FFF2-40B4-BE49-F238E27FC236}">
                <a16:creationId xmlns:a16="http://schemas.microsoft.com/office/drawing/2014/main" id="{44AD2C66-526E-294D-CABE-07028D060A33}"/>
              </a:ext>
            </a:extLst>
          </p:cNvPr>
          <p:cNvSpPr/>
          <p:nvPr/>
        </p:nvSpPr>
        <p:spPr>
          <a:xfrm>
            <a:off x="5543080" y="288342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13:00</a:t>
            </a:r>
            <a:endParaRPr lang="en-US" sz="1300"/>
          </a:p>
        </p:txBody>
      </p:sp>
      <p:sp>
        <p:nvSpPr>
          <p:cNvPr id="154" name="Text 47">
            <a:extLst>
              <a:ext uri="{FF2B5EF4-FFF2-40B4-BE49-F238E27FC236}">
                <a16:creationId xmlns:a16="http://schemas.microsoft.com/office/drawing/2014/main" id="{3EB6E185-D8D7-3AB4-C53A-A68E78F47F14}"/>
              </a:ext>
            </a:extLst>
          </p:cNvPr>
          <p:cNvSpPr/>
          <p:nvPr/>
        </p:nvSpPr>
        <p:spPr>
          <a:xfrm>
            <a:off x="6094187" y="2861970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Präsentations-Workshop</a:t>
            </a:r>
            <a:endParaRPr lang="en-US" sz="1170"/>
          </a:p>
        </p:txBody>
      </p:sp>
      <p:sp>
        <p:nvSpPr>
          <p:cNvPr id="155" name="Text 48">
            <a:extLst>
              <a:ext uri="{FF2B5EF4-FFF2-40B4-BE49-F238E27FC236}">
                <a16:creationId xmlns:a16="http://schemas.microsoft.com/office/drawing/2014/main" id="{1D782454-03E0-DB7D-9A3C-7B08127EC970}"/>
              </a:ext>
            </a:extLst>
          </p:cNvPr>
          <p:cNvSpPr/>
          <p:nvPr/>
        </p:nvSpPr>
        <p:spPr>
          <a:xfrm>
            <a:off x="6094187" y="304791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„How to präsentieren“</a:t>
            </a:r>
            <a:endParaRPr lang="en-US" sz="850"/>
          </a:p>
        </p:txBody>
      </p:sp>
      <p:sp>
        <p:nvSpPr>
          <p:cNvPr id="156" name="Shape 49">
            <a:extLst>
              <a:ext uri="{FF2B5EF4-FFF2-40B4-BE49-F238E27FC236}">
                <a16:creationId xmlns:a16="http://schemas.microsoft.com/office/drawing/2014/main" id="{4ACF4B33-D36E-C44E-5851-E51BBB9FDD95}"/>
              </a:ext>
            </a:extLst>
          </p:cNvPr>
          <p:cNvSpPr/>
          <p:nvPr/>
        </p:nvSpPr>
        <p:spPr>
          <a:xfrm>
            <a:off x="5047084" y="3251739"/>
            <a:ext cx="3168864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7" name="Image 10">
            <a:extLst>
              <a:ext uri="{FF2B5EF4-FFF2-40B4-BE49-F238E27FC236}">
                <a16:creationId xmlns:a16="http://schemas.microsoft.com/office/drawing/2014/main" id="{27357D5A-75A5-00A4-ACA3-CD165A1B5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613" y="3423381"/>
            <a:ext cx="185999" cy="193097"/>
          </a:xfrm>
          <a:prstGeom prst="rect">
            <a:avLst/>
          </a:prstGeom>
        </p:spPr>
      </p:pic>
      <p:sp>
        <p:nvSpPr>
          <p:cNvPr id="158" name="Text 51">
            <a:extLst>
              <a:ext uri="{FF2B5EF4-FFF2-40B4-BE49-F238E27FC236}">
                <a16:creationId xmlns:a16="http://schemas.microsoft.com/office/drawing/2014/main" id="{1DB4083E-8A3D-170E-00FD-299964DF50B1}"/>
              </a:ext>
            </a:extLst>
          </p:cNvPr>
          <p:cNvSpPr/>
          <p:nvPr/>
        </p:nvSpPr>
        <p:spPr>
          <a:xfrm>
            <a:off x="5543080" y="335901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16:00</a:t>
            </a:r>
            <a:endParaRPr lang="en-US" sz="1300"/>
          </a:p>
        </p:txBody>
      </p:sp>
      <p:sp>
        <p:nvSpPr>
          <p:cNvPr id="159" name="Text 52">
            <a:extLst>
              <a:ext uri="{FF2B5EF4-FFF2-40B4-BE49-F238E27FC236}">
                <a16:creationId xmlns:a16="http://schemas.microsoft.com/office/drawing/2014/main" id="{1B51FE5A-941C-AB73-0993-2D32C5572E3A}"/>
              </a:ext>
            </a:extLst>
          </p:cNvPr>
          <p:cNvSpPr/>
          <p:nvPr/>
        </p:nvSpPr>
        <p:spPr>
          <a:xfrm>
            <a:off x="6094187" y="3337560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Präsentationen vor der Jury</a:t>
            </a:r>
            <a:endParaRPr lang="en-US" sz="1170"/>
          </a:p>
        </p:txBody>
      </p:sp>
      <p:sp>
        <p:nvSpPr>
          <p:cNvPr id="160" name="Text 53">
            <a:extLst>
              <a:ext uri="{FF2B5EF4-FFF2-40B4-BE49-F238E27FC236}">
                <a16:creationId xmlns:a16="http://schemas.microsoft.com/office/drawing/2014/main" id="{EB079E8B-50C8-39F9-A810-F2B0B13902C4}"/>
              </a:ext>
            </a:extLst>
          </p:cNvPr>
          <p:cNvSpPr/>
          <p:nvPr/>
        </p:nvSpPr>
        <p:spPr>
          <a:xfrm>
            <a:off x="6094187" y="352350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Pitches und Rückfragen</a:t>
            </a:r>
            <a:endParaRPr lang="en-US" sz="850"/>
          </a:p>
        </p:txBody>
      </p:sp>
      <p:sp>
        <p:nvSpPr>
          <p:cNvPr id="161" name="Shape 54">
            <a:extLst>
              <a:ext uri="{FF2B5EF4-FFF2-40B4-BE49-F238E27FC236}">
                <a16:creationId xmlns:a16="http://schemas.microsoft.com/office/drawing/2014/main" id="{3F3ABACE-36AB-34B3-EE91-8344FF9B1BFB}"/>
              </a:ext>
            </a:extLst>
          </p:cNvPr>
          <p:cNvSpPr/>
          <p:nvPr/>
        </p:nvSpPr>
        <p:spPr>
          <a:xfrm>
            <a:off x="5047084" y="3727329"/>
            <a:ext cx="3168864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2" name="Image 11">
            <a:extLst>
              <a:ext uri="{FF2B5EF4-FFF2-40B4-BE49-F238E27FC236}">
                <a16:creationId xmlns:a16="http://schemas.microsoft.com/office/drawing/2014/main" id="{A77828E1-9D7C-CF09-3EF5-D2E22EF5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50613" y="3898971"/>
            <a:ext cx="185999" cy="193097"/>
          </a:xfrm>
          <a:prstGeom prst="rect">
            <a:avLst/>
          </a:prstGeom>
        </p:spPr>
      </p:pic>
      <p:sp>
        <p:nvSpPr>
          <p:cNvPr id="163" name="Text 56">
            <a:extLst>
              <a:ext uri="{FF2B5EF4-FFF2-40B4-BE49-F238E27FC236}">
                <a16:creationId xmlns:a16="http://schemas.microsoft.com/office/drawing/2014/main" id="{FC7C3239-EB50-AAAE-BFC5-F74664626CC0}"/>
              </a:ext>
            </a:extLst>
          </p:cNvPr>
          <p:cNvSpPr/>
          <p:nvPr/>
        </p:nvSpPr>
        <p:spPr>
          <a:xfrm>
            <a:off x="5543080" y="3834605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18:00</a:t>
            </a:r>
            <a:endParaRPr lang="en-US" sz="1300"/>
          </a:p>
        </p:txBody>
      </p:sp>
      <p:sp>
        <p:nvSpPr>
          <p:cNvPr id="164" name="Text 57">
            <a:extLst>
              <a:ext uri="{FF2B5EF4-FFF2-40B4-BE49-F238E27FC236}">
                <a16:creationId xmlns:a16="http://schemas.microsoft.com/office/drawing/2014/main" id="{0507B96A-792A-8785-439F-0F6EAF825B7F}"/>
              </a:ext>
            </a:extLst>
          </p:cNvPr>
          <p:cNvSpPr/>
          <p:nvPr/>
        </p:nvSpPr>
        <p:spPr>
          <a:xfrm>
            <a:off x="6094187" y="3813150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Ehrung der Teilnehmenden</a:t>
            </a:r>
            <a:endParaRPr lang="en-US" sz="1170"/>
          </a:p>
        </p:txBody>
      </p:sp>
      <p:sp>
        <p:nvSpPr>
          <p:cNvPr id="165" name="Text 58">
            <a:extLst>
              <a:ext uri="{FF2B5EF4-FFF2-40B4-BE49-F238E27FC236}">
                <a16:creationId xmlns:a16="http://schemas.microsoft.com/office/drawing/2014/main" id="{7003A6CA-0CE5-CFE1-DD45-FD2D2F93A2E6}"/>
              </a:ext>
            </a:extLst>
          </p:cNvPr>
          <p:cNvSpPr/>
          <p:nvPr/>
        </p:nvSpPr>
        <p:spPr>
          <a:xfrm>
            <a:off x="6094187" y="399909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Würdigung und Preisverleihung</a:t>
            </a:r>
            <a:endParaRPr lang="en-US" sz="850"/>
          </a:p>
        </p:txBody>
      </p:sp>
      <p:sp>
        <p:nvSpPr>
          <p:cNvPr id="166" name="Shape 59">
            <a:extLst>
              <a:ext uri="{FF2B5EF4-FFF2-40B4-BE49-F238E27FC236}">
                <a16:creationId xmlns:a16="http://schemas.microsoft.com/office/drawing/2014/main" id="{426438D4-6D40-CC5F-EACC-63C3B1894003}"/>
              </a:ext>
            </a:extLst>
          </p:cNvPr>
          <p:cNvSpPr/>
          <p:nvPr/>
        </p:nvSpPr>
        <p:spPr>
          <a:xfrm>
            <a:off x="5047084" y="4202920"/>
            <a:ext cx="3168864" cy="1"/>
          </a:xfrm>
          <a:prstGeom prst="line">
            <a:avLst/>
          </a:prstGeom>
          <a:noFill/>
          <a:ln w="1016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7" name="Image 12">
            <a:extLst>
              <a:ext uri="{FF2B5EF4-FFF2-40B4-BE49-F238E27FC236}">
                <a16:creationId xmlns:a16="http://schemas.microsoft.com/office/drawing/2014/main" id="{66E68235-F9AA-24A6-4C37-DFEE04949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0613" y="4374561"/>
            <a:ext cx="185999" cy="193097"/>
          </a:xfrm>
          <a:prstGeom prst="rect">
            <a:avLst/>
          </a:prstGeom>
        </p:spPr>
      </p:pic>
      <p:sp>
        <p:nvSpPr>
          <p:cNvPr id="168" name="Text 61">
            <a:extLst>
              <a:ext uri="{FF2B5EF4-FFF2-40B4-BE49-F238E27FC236}">
                <a16:creationId xmlns:a16="http://schemas.microsoft.com/office/drawing/2014/main" id="{8E949F31-8269-0B7F-D725-E27C0F9C9C18}"/>
              </a:ext>
            </a:extLst>
          </p:cNvPr>
          <p:cNvSpPr/>
          <p:nvPr/>
        </p:nvSpPr>
        <p:spPr>
          <a:xfrm>
            <a:off x="5543080" y="4310196"/>
            <a:ext cx="537329" cy="1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29488E"/>
                </a:solidFill>
              </a:rPr>
              <a:t>18:30</a:t>
            </a:r>
            <a:endParaRPr lang="en-US" sz="1300"/>
          </a:p>
        </p:txBody>
      </p:sp>
      <p:sp>
        <p:nvSpPr>
          <p:cNvPr id="169" name="Text 62">
            <a:extLst>
              <a:ext uri="{FF2B5EF4-FFF2-40B4-BE49-F238E27FC236}">
                <a16:creationId xmlns:a16="http://schemas.microsoft.com/office/drawing/2014/main" id="{6B395A06-3961-EE28-E1DF-3A84A741B76F}"/>
              </a:ext>
            </a:extLst>
          </p:cNvPr>
          <p:cNvSpPr/>
          <p:nvPr/>
        </p:nvSpPr>
        <p:spPr>
          <a:xfrm>
            <a:off x="6094187" y="4288740"/>
            <a:ext cx="2080428" cy="17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b="1">
                <a:solidFill>
                  <a:srgbClr val="16233B"/>
                </a:solidFill>
              </a:rPr>
              <a:t>Abendessen &amp; Ausklang</a:t>
            </a:r>
            <a:endParaRPr lang="en-US" sz="1170"/>
          </a:p>
        </p:txBody>
      </p:sp>
      <p:sp>
        <p:nvSpPr>
          <p:cNvPr id="170" name="Text 63">
            <a:extLst>
              <a:ext uri="{FF2B5EF4-FFF2-40B4-BE49-F238E27FC236}">
                <a16:creationId xmlns:a16="http://schemas.microsoft.com/office/drawing/2014/main" id="{9C0393E4-CE4A-8461-B90E-24B41A1D7E11}"/>
              </a:ext>
            </a:extLst>
          </p:cNvPr>
          <p:cNvSpPr/>
          <p:nvPr/>
        </p:nvSpPr>
        <p:spPr>
          <a:xfrm>
            <a:off x="6094187" y="4474685"/>
            <a:ext cx="2080428" cy="14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>
                <a:solidFill>
                  <a:srgbClr val="667085"/>
                </a:solidFill>
              </a:rPr>
              <a:t>Fingerfood und gemeinsamer Abschluss</a:t>
            </a:r>
            <a:endParaRPr lang="en-US" sz="850"/>
          </a:p>
        </p:txBody>
      </p:sp>
      <p:sp>
        <p:nvSpPr>
          <p:cNvPr id="112" name="Text 5">
            <a:extLst>
              <a:ext uri="{FF2B5EF4-FFF2-40B4-BE49-F238E27FC236}">
                <a16:creationId xmlns:a16="http://schemas.microsoft.com/office/drawing/2014/main" id="{4C76F7C1-CA2E-03BF-1A49-7681A56D827A}"/>
              </a:ext>
            </a:extLst>
          </p:cNvPr>
          <p:cNvSpPr/>
          <p:nvPr/>
        </p:nvSpPr>
        <p:spPr>
          <a:xfrm>
            <a:off x="1051560" y="1453079"/>
            <a:ext cx="743994" cy="121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>
                <a:solidFill>
                  <a:srgbClr val="25438D"/>
                </a:solidFill>
              </a:rPr>
              <a:t>Freitag</a:t>
            </a:r>
            <a:endParaRPr lang="en-US" sz="1100">
              <a:solidFill>
                <a:srgbClr val="25438D"/>
              </a:solidFill>
            </a:endParaRPr>
          </a:p>
        </p:txBody>
      </p:sp>
      <p:sp>
        <p:nvSpPr>
          <p:cNvPr id="139" name="Text 33">
            <a:extLst>
              <a:ext uri="{FF2B5EF4-FFF2-40B4-BE49-F238E27FC236}">
                <a16:creationId xmlns:a16="http://schemas.microsoft.com/office/drawing/2014/main" id="{FD64960A-7C4B-1967-7D73-8A09860E53B5}"/>
              </a:ext>
            </a:extLst>
          </p:cNvPr>
          <p:cNvSpPr/>
          <p:nvPr/>
        </p:nvSpPr>
        <p:spPr>
          <a:xfrm>
            <a:off x="5012640" y="1453079"/>
            <a:ext cx="743994" cy="121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>
                <a:solidFill>
                  <a:srgbClr val="16233B"/>
                </a:solidFill>
              </a:rPr>
              <a:t>Samstag</a:t>
            </a:r>
            <a:endParaRPr lang="en-US" sz="1100"/>
          </a:p>
        </p:txBody>
      </p:sp>
      <p:sp>
        <p:nvSpPr>
          <p:cNvPr id="177" name="Shape 2">
            <a:extLst>
              <a:ext uri="{FF2B5EF4-FFF2-40B4-BE49-F238E27FC236}">
                <a16:creationId xmlns:a16="http://schemas.microsoft.com/office/drawing/2014/main" id="{DF8CA21D-D48A-5E32-2F4A-DB2B613E2B63}"/>
              </a:ext>
            </a:extLst>
          </p:cNvPr>
          <p:cNvSpPr/>
          <p:nvPr/>
        </p:nvSpPr>
        <p:spPr>
          <a:xfrm>
            <a:off x="5026778" y="1358037"/>
            <a:ext cx="743993" cy="318701"/>
          </a:xfrm>
          <a:prstGeom prst="roundRect">
            <a:avLst>
              <a:gd name="adj" fmla="val 16068"/>
            </a:avLst>
          </a:prstGeom>
          <a:solidFill>
            <a:srgbClr val="C7D95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16233B"/>
                </a:solidFill>
              </a:rPr>
              <a:t>Samstag</a:t>
            </a:r>
            <a:endParaRPr lang="en-US" sz="1000"/>
          </a:p>
        </p:txBody>
      </p:sp>
      <p:sp>
        <p:nvSpPr>
          <p:cNvPr id="179" name="Shape 2">
            <a:extLst>
              <a:ext uri="{FF2B5EF4-FFF2-40B4-BE49-F238E27FC236}">
                <a16:creationId xmlns:a16="http://schemas.microsoft.com/office/drawing/2014/main" id="{FC2104AF-999D-5913-AF6B-14724D17F93D}"/>
              </a:ext>
            </a:extLst>
          </p:cNvPr>
          <p:cNvSpPr/>
          <p:nvPr/>
        </p:nvSpPr>
        <p:spPr>
          <a:xfrm>
            <a:off x="1039844" y="1350661"/>
            <a:ext cx="743993" cy="318701"/>
          </a:xfrm>
          <a:prstGeom prst="roundRect">
            <a:avLst>
              <a:gd name="adj" fmla="val 16068"/>
            </a:avLst>
          </a:prstGeom>
          <a:solidFill>
            <a:srgbClr val="25438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Freitag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83" name="Shape 2">
            <a:extLst>
              <a:ext uri="{FF2B5EF4-FFF2-40B4-BE49-F238E27FC236}">
                <a16:creationId xmlns:a16="http://schemas.microsoft.com/office/drawing/2014/main" id="{29EB020A-A152-746B-3332-58A1CF11A0AD}"/>
              </a:ext>
            </a:extLst>
          </p:cNvPr>
          <p:cNvSpPr/>
          <p:nvPr/>
        </p:nvSpPr>
        <p:spPr>
          <a:xfrm>
            <a:off x="1080171" y="1894636"/>
            <a:ext cx="396000" cy="397044"/>
          </a:xfrm>
          <a:prstGeom prst="roundRect">
            <a:avLst>
              <a:gd name="adj" fmla="val 16068"/>
            </a:avLst>
          </a:prstGeom>
          <a:solidFill>
            <a:srgbClr val="A7CC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5" name="Image 1">
            <a:extLst>
              <a:ext uri="{FF2B5EF4-FFF2-40B4-BE49-F238E27FC236}">
                <a16:creationId xmlns:a16="http://schemas.microsoft.com/office/drawing/2014/main" id="{2C07F2CA-EF05-C199-1144-B49757758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5172" y="1996610"/>
            <a:ext cx="185999" cy="193097"/>
          </a:xfrm>
          <a:prstGeom prst="rect">
            <a:avLst/>
          </a:prstGeom>
        </p:spPr>
      </p:pic>
      <p:pic>
        <p:nvPicPr>
          <p:cNvPr id="120" name="Image 2">
            <a:extLst>
              <a:ext uri="{FF2B5EF4-FFF2-40B4-BE49-F238E27FC236}">
                <a16:creationId xmlns:a16="http://schemas.microsoft.com/office/drawing/2014/main" id="{A6483F20-B383-B34E-4D3E-8BAA300B8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85172" y="2567318"/>
            <a:ext cx="185999" cy="193097"/>
          </a:xfrm>
          <a:prstGeom prst="rect">
            <a:avLst/>
          </a:prstGeom>
        </p:spPr>
      </p:pic>
      <p:pic>
        <p:nvPicPr>
          <p:cNvPr id="125" name="Image 3">
            <a:extLst>
              <a:ext uri="{FF2B5EF4-FFF2-40B4-BE49-F238E27FC236}">
                <a16:creationId xmlns:a16="http://schemas.microsoft.com/office/drawing/2014/main" id="{F7735B5E-1512-25FE-C306-C6F6D702D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5172" y="3160886"/>
            <a:ext cx="185999" cy="193097"/>
          </a:xfrm>
          <a:prstGeom prst="rect">
            <a:avLst/>
          </a:prstGeom>
        </p:spPr>
      </p:pic>
      <p:pic>
        <p:nvPicPr>
          <p:cNvPr id="130" name="Image 4">
            <a:extLst>
              <a:ext uri="{FF2B5EF4-FFF2-40B4-BE49-F238E27FC236}">
                <a16:creationId xmlns:a16="http://schemas.microsoft.com/office/drawing/2014/main" id="{BCD98DC7-F765-CE5B-CF13-D5A90A6D4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5172" y="3708735"/>
            <a:ext cx="185999" cy="193097"/>
          </a:xfrm>
          <a:prstGeom prst="rect">
            <a:avLst/>
          </a:prstGeom>
        </p:spPr>
      </p:pic>
      <p:pic>
        <p:nvPicPr>
          <p:cNvPr id="135" name="Image 5">
            <a:extLst>
              <a:ext uri="{FF2B5EF4-FFF2-40B4-BE49-F238E27FC236}">
                <a16:creationId xmlns:a16="http://schemas.microsoft.com/office/drawing/2014/main" id="{C3CD74B9-E7F6-9A12-BA0A-C47D124B6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5172" y="4279443"/>
            <a:ext cx="185999" cy="19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4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5E8D-2584-D547-92B2-6742F1DE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9CF05CAE-A745-44ED-E7B4-1E4AD91B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7ACCFB38-C1F9-2407-FFB0-EF34507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/>
              <a:t>Euer Start im Team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C1ACE6E-2637-0B4E-9705-DCAA3263A4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Die ersten 30 Minuten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5AB75C5F-F603-F5FA-958E-A51B68A3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/>
              <a:t>FES GmbH – Digitale Services &amp; Produkte</a:t>
            </a:r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1FA401F2-19BF-756D-67F8-1F5FB1351C40}"/>
              </a:ext>
            </a:extLst>
          </p:cNvPr>
          <p:cNvSpPr/>
          <p:nvPr/>
        </p:nvSpPr>
        <p:spPr>
          <a:xfrm>
            <a:off x="1299869" y="1524026"/>
            <a:ext cx="778119" cy="786760"/>
          </a:xfrm>
          <a:prstGeom prst="ellipse">
            <a:avLst/>
          </a:prstGeom>
          <a:solidFill>
            <a:srgbClr val="A7CCED"/>
          </a:solidFill>
          <a:ln w="12700">
            <a:solidFill>
              <a:srgbClr val="A7CC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AE155FF4-0D0C-1099-F5B0-AA49FF04E532}"/>
              </a:ext>
            </a:extLst>
          </p:cNvPr>
          <p:cNvSpPr/>
          <p:nvPr/>
        </p:nvSpPr>
        <p:spPr>
          <a:xfrm>
            <a:off x="1299869" y="1835452"/>
            <a:ext cx="778119" cy="16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9488E"/>
                </a:solidFill>
              </a:rPr>
              <a:t>01</a:t>
            </a:r>
            <a:endParaRPr lang="en-US" sz="160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3A21F773-5A69-519C-D71F-2E646FECCADE}"/>
              </a:ext>
            </a:extLst>
          </p:cNvPr>
          <p:cNvSpPr/>
          <p:nvPr/>
        </p:nvSpPr>
        <p:spPr>
          <a:xfrm>
            <a:off x="716280" y="2396018"/>
            <a:ext cx="1945298" cy="22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5438D"/>
                </a:solidFill>
              </a:rPr>
              <a:t>Ankommen</a:t>
            </a:r>
            <a:endParaRPr lang="en-US" sz="1800">
              <a:solidFill>
                <a:srgbClr val="25438D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0F619E1A-D19C-D809-681E-07570A20E69A}"/>
              </a:ext>
            </a:extLst>
          </p:cNvPr>
          <p:cNvSpPr/>
          <p:nvPr/>
        </p:nvSpPr>
        <p:spPr>
          <a:xfrm>
            <a:off x="832998" y="2723835"/>
            <a:ext cx="1711862" cy="5245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A7CCED"/>
                </a:solidFill>
              </a:rPr>
              <a:t>Raum, Technik und Materialien klären</a:t>
            </a:r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E0370EB2-30CB-1FA4-9338-9F3D9BBC6BDF}"/>
              </a:ext>
            </a:extLst>
          </p:cNvPr>
          <p:cNvSpPr/>
          <p:nvPr/>
        </p:nvSpPr>
        <p:spPr>
          <a:xfrm>
            <a:off x="3348917" y="1524026"/>
            <a:ext cx="778119" cy="786760"/>
          </a:xfrm>
          <a:prstGeom prst="ellipse">
            <a:avLst/>
          </a:prstGeom>
          <a:solidFill>
            <a:srgbClr val="A7CCED"/>
          </a:solidFill>
          <a:ln w="12700">
            <a:solidFill>
              <a:srgbClr val="A7CC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62EA639E-9A13-1624-342E-5522EFD42A49}"/>
              </a:ext>
            </a:extLst>
          </p:cNvPr>
          <p:cNvSpPr/>
          <p:nvPr/>
        </p:nvSpPr>
        <p:spPr>
          <a:xfrm>
            <a:off x="3348917" y="1835452"/>
            <a:ext cx="778119" cy="16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9488E"/>
                </a:solidFill>
              </a:rPr>
              <a:t>02</a:t>
            </a:r>
            <a:endParaRPr lang="en-US" sz="160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E599DC1A-D1EB-E139-516D-FC3E8850E0B4}"/>
              </a:ext>
            </a:extLst>
          </p:cNvPr>
          <p:cNvSpPr/>
          <p:nvPr/>
        </p:nvSpPr>
        <p:spPr>
          <a:xfrm>
            <a:off x="2765327" y="2396018"/>
            <a:ext cx="1945298" cy="22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5438D"/>
                </a:solidFill>
              </a:rPr>
              <a:t>Fokus finden</a:t>
            </a:r>
            <a:endParaRPr lang="en-US" sz="1800">
              <a:solidFill>
                <a:srgbClr val="25438D"/>
              </a:solidFill>
            </a:endParaRPr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D5560256-616F-6D58-E993-61A5B9A128A5}"/>
              </a:ext>
            </a:extLst>
          </p:cNvPr>
          <p:cNvSpPr/>
          <p:nvPr/>
        </p:nvSpPr>
        <p:spPr>
          <a:xfrm>
            <a:off x="2882045" y="2723835"/>
            <a:ext cx="1711862" cy="5245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A7CCED"/>
                </a:solidFill>
              </a:rPr>
              <a:t>Aufgabe lesen und Nutzerproblem schärfen</a:t>
            </a: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79143812-6C45-1806-01D1-7A02CF947453}"/>
              </a:ext>
            </a:extLst>
          </p:cNvPr>
          <p:cNvSpPr/>
          <p:nvPr/>
        </p:nvSpPr>
        <p:spPr>
          <a:xfrm>
            <a:off x="5397964" y="1524026"/>
            <a:ext cx="778119" cy="786760"/>
          </a:xfrm>
          <a:prstGeom prst="ellipse">
            <a:avLst/>
          </a:prstGeom>
          <a:solidFill>
            <a:srgbClr val="A7CCED"/>
          </a:solidFill>
          <a:ln w="12700">
            <a:solidFill>
              <a:srgbClr val="A7CC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5DFC18DF-204E-5512-4789-AB7426AF7ADC}"/>
              </a:ext>
            </a:extLst>
          </p:cNvPr>
          <p:cNvSpPr/>
          <p:nvPr/>
        </p:nvSpPr>
        <p:spPr>
          <a:xfrm>
            <a:off x="5397963" y="1835452"/>
            <a:ext cx="778119" cy="16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9488E"/>
                </a:solidFill>
              </a:rPr>
              <a:t>03</a:t>
            </a:r>
            <a:endParaRPr lang="en-US" sz="160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DDA5C3EC-5EA8-CB79-89C2-BBB24E856FAA}"/>
              </a:ext>
            </a:extLst>
          </p:cNvPr>
          <p:cNvSpPr/>
          <p:nvPr/>
        </p:nvSpPr>
        <p:spPr>
          <a:xfrm>
            <a:off x="4814375" y="2396018"/>
            <a:ext cx="1945298" cy="22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5438D"/>
                </a:solidFill>
              </a:rPr>
              <a:t>Rollen verteilen</a:t>
            </a:r>
            <a:endParaRPr lang="en-US" sz="1800">
              <a:solidFill>
                <a:srgbClr val="25438D"/>
              </a:solidFill>
            </a:endParaRPr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46677833-94FA-E30A-50DD-692B6A018786}"/>
              </a:ext>
            </a:extLst>
          </p:cNvPr>
          <p:cNvSpPr/>
          <p:nvPr/>
        </p:nvSpPr>
        <p:spPr>
          <a:xfrm>
            <a:off x="4931093" y="2723835"/>
            <a:ext cx="1711862" cy="5245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A7CCED"/>
                </a:solidFill>
              </a:rPr>
              <a:t>Moderation, Doku, Technik und Pitch</a:t>
            </a:r>
          </a:p>
        </p:txBody>
      </p:sp>
      <p:sp>
        <p:nvSpPr>
          <p:cNvPr id="87" name="Shape 14">
            <a:extLst>
              <a:ext uri="{FF2B5EF4-FFF2-40B4-BE49-F238E27FC236}">
                <a16:creationId xmlns:a16="http://schemas.microsoft.com/office/drawing/2014/main" id="{33CCAAAD-3419-7A5D-8407-02A6A86847AF}"/>
              </a:ext>
            </a:extLst>
          </p:cNvPr>
          <p:cNvSpPr/>
          <p:nvPr/>
        </p:nvSpPr>
        <p:spPr>
          <a:xfrm>
            <a:off x="7447011" y="1524026"/>
            <a:ext cx="778119" cy="786760"/>
          </a:xfrm>
          <a:prstGeom prst="ellipse">
            <a:avLst/>
          </a:prstGeom>
          <a:solidFill>
            <a:srgbClr val="C7D92F"/>
          </a:solidFill>
          <a:ln w="12700">
            <a:solidFill>
              <a:srgbClr val="C7D9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0AFEDE1B-92BA-5D61-476C-85B98FF66D92}"/>
              </a:ext>
            </a:extLst>
          </p:cNvPr>
          <p:cNvSpPr/>
          <p:nvPr/>
        </p:nvSpPr>
        <p:spPr>
          <a:xfrm>
            <a:off x="7447011" y="1835452"/>
            <a:ext cx="778119" cy="16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9488E"/>
                </a:solidFill>
              </a:rPr>
              <a:t>04</a:t>
            </a:r>
            <a:endParaRPr lang="en-US" sz="1600"/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C7C1B4C5-3C40-04CC-C310-BE8444B138B8}"/>
              </a:ext>
            </a:extLst>
          </p:cNvPr>
          <p:cNvSpPr/>
          <p:nvPr/>
        </p:nvSpPr>
        <p:spPr>
          <a:xfrm>
            <a:off x="6863422" y="2396018"/>
            <a:ext cx="1945298" cy="22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5438D"/>
                </a:solidFill>
              </a:rPr>
              <a:t>Loslegen</a:t>
            </a:r>
            <a:endParaRPr lang="en-US" sz="1800">
              <a:solidFill>
                <a:srgbClr val="25438D"/>
              </a:solidFill>
            </a:endParaRPr>
          </a:p>
        </p:txBody>
      </p:sp>
      <p:sp>
        <p:nvSpPr>
          <p:cNvPr id="93" name="Text 17">
            <a:extLst>
              <a:ext uri="{FF2B5EF4-FFF2-40B4-BE49-F238E27FC236}">
                <a16:creationId xmlns:a16="http://schemas.microsoft.com/office/drawing/2014/main" id="{A260423B-87CB-F21A-E102-1CD793A94C63}"/>
              </a:ext>
            </a:extLst>
          </p:cNvPr>
          <p:cNvSpPr/>
          <p:nvPr/>
        </p:nvSpPr>
        <p:spPr>
          <a:xfrm>
            <a:off x="6980140" y="2723835"/>
            <a:ext cx="1711862" cy="5245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A7CCED"/>
                </a:solidFill>
              </a:rPr>
              <a:t>Erste Idee skizzieren und früh testen</a:t>
            </a:r>
          </a:p>
        </p:txBody>
      </p:sp>
      <p:sp>
        <p:nvSpPr>
          <p:cNvPr id="95" name="Shape 18">
            <a:extLst>
              <a:ext uri="{FF2B5EF4-FFF2-40B4-BE49-F238E27FC236}">
                <a16:creationId xmlns:a16="http://schemas.microsoft.com/office/drawing/2014/main" id="{193B4831-BF32-BD46-4819-96D4257E68EF}"/>
              </a:ext>
            </a:extLst>
          </p:cNvPr>
          <p:cNvSpPr/>
          <p:nvPr/>
        </p:nvSpPr>
        <p:spPr>
          <a:xfrm>
            <a:off x="1384166" y="3903975"/>
            <a:ext cx="6374093" cy="630000"/>
          </a:xfrm>
          <a:prstGeom prst="roundRect">
            <a:avLst>
              <a:gd name="adj" fmla="val 6667"/>
            </a:avLst>
          </a:prstGeom>
          <a:solidFill>
            <a:srgbClr val="25438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1B666636-4CED-3604-06F1-F1372CDBB697}"/>
              </a:ext>
            </a:extLst>
          </p:cNvPr>
          <p:cNvSpPr/>
          <p:nvPr/>
        </p:nvSpPr>
        <p:spPr>
          <a:xfrm>
            <a:off x="1578695" y="4100665"/>
            <a:ext cx="5985034" cy="19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chemeClr val="bg1"/>
                </a:solidFill>
              </a:rPr>
              <a:t>Welche konkrete Situation soll für Nutzer:innen morgen besser sein?</a:t>
            </a:r>
            <a:endParaRPr lang="en-US" sz="1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82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0BBF-58D5-66BC-AEE8-3E95DCE3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>
            <a:extLst>
              <a:ext uri="{FF2B5EF4-FFF2-40B4-BE49-F238E27FC236}">
                <a16:creationId xmlns:a16="http://schemas.microsoft.com/office/drawing/2014/main" id="{8778CADB-7EEC-FEC1-8DC9-D410DB9CE35E}"/>
              </a:ext>
            </a:extLst>
          </p:cNvPr>
          <p:cNvSpPr/>
          <p:nvPr/>
        </p:nvSpPr>
        <p:spPr>
          <a:xfrm>
            <a:off x="0" y="0"/>
            <a:ext cx="9133200" cy="5143500"/>
          </a:xfrm>
          <a:prstGeom prst="rect">
            <a:avLst/>
          </a:prstGeom>
          <a:solidFill>
            <a:srgbClr val="25438D"/>
          </a:solidFill>
          <a:ln>
            <a:solidFill>
              <a:srgbClr val="2543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3354306F-49A2-0FE9-A25C-F33CBE71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" y="4494045"/>
            <a:ext cx="647700" cy="630000"/>
          </a:xfrm>
        </p:spPr>
        <p:txBody>
          <a:bodyPr/>
          <a:lstStyle/>
          <a:p>
            <a:fld id="{3275703B-13E3-4E78-B990-B655E5BE0DB1}" type="slidenum">
              <a:rPr lang="de-DE" smtClean="0">
                <a:solidFill>
                  <a:schemeClr val="bg1"/>
                </a:solidFill>
              </a:rPr>
              <a:pPr/>
              <a:t>12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27B58F50-464E-CA08-536A-AB6653B4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FFFF"/>
                </a:solidFill>
              </a:rPr>
              <a:t>Eure Teams </a:t>
            </a:r>
            <a:r>
              <a:rPr lang="en-US" sz="2000" dirty="0" err="1">
                <a:solidFill>
                  <a:srgbClr val="FFFFFF"/>
                </a:solidFill>
              </a:rPr>
              <a:t>stehen</a:t>
            </a:r>
            <a:r>
              <a:rPr lang="en-US" sz="2000" dirty="0">
                <a:solidFill>
                  <a:srgbClr val="FFFFFF"/>
                </a:solidFill>
              </a:rPr>
              <a:t>. </a:t>
            </a:r>
            <a:r>
              <a:rPr lang="en-US" sz="2000" err="1">
                <a:solidFill>
                  <a:srgbClr val="FFFFFF"/>
                </a:solidFill>
              </a:rPr>
              <a:t>Jetzt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geht</a:t>
            </a:r>
            <a:r>
              <a:rPr lang="en-US" sz="2000" dirty="0">
                <a:solidFill>
                  <a:srgbClr val="FFFFFF"/>
                </a:solidFill>
              </a:rPr>
              <a:t> es in die </a:t>
            </a:r>
            <a:r>
              <a:rPr lang="en-US" sz="2000" dirty="0" err="1">
                <a:solidFill>
                  <a:srgbClr val="FFFFFF"/>
                </a:solidFill>
              </a:rPr>
              <a:t>Räume</a:t>
            </a:r>
            <a:r>
              <a:rPr lang="en-US" sz="2000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C585DC0E-5788-3178-7506-4904C880CA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rgbClr val="C7D958"/>
                </a:solidFill>
              </a:rPr>
              <a:t>Teamaufteilung</a:t>
            </a:r>
          </a:p>
        </p:txBody>
      </p:sp>
      <p:sp>
        <p:nvSpPr>
          <p:cNvPr id="5" name="Fußzeilenplatzhalter 10">
            <a:extLst>
              <a:ext uri="{FF2B5EF4-FFF2-40B4-BE49-F238E27FC236}">
                <a16:creationId xmlns:a16="http://schemas.microsoft.com/office/drawing/2014/main" id="{9CB1570E-3C22-4364-6F0A-D4E3754E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08400" y="2612096"/>
            <a:ext cx="3086100" cy="273844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FES GmbH – Digitale Services &amp; Produkte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EB3037D-5CD9-7451-D39C-4CA1E945FEA9}"/>
              </a:ext>
            </a:extLst>
          </p:cNvPr>
          <p:cNvSpPr/>
          <p:nvPr/>
        </p:nvSpPr>
        <p:spPr>
          <a:xfrm>
            <a:off x="8486678" y="-7620"/>
            <a:ext cx="657322" cy="632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3811406B-FC3A-6F3E-605D-6DBC23B6A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62" y="212776"/>
            <a:ext cx="448234" cy="240601"/>
          </a:xfrm>
          <a:prstGeom prst="rect">
            <a:avLst/>
          </a:prstGeom>
          <a:ln>
            <a:noFill/>
          </a:ln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FA66F713-E1D9-CDA0-0AC6-1F7A160C0610}"/>
              </a:ext>
            </a:extLst>
          </p:cNvPr>
          <p:cNvSpPr/>
          <p:nvPr/>
        </p:nvSpPr>
        <p:spPr>
          <a:xfrm>
            <a:off x="1405890" y="1283970"/>
            <a:ext cx="6343650" cy="45948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013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7DD642-7455-D28A-D0DD-3807A85A70A3}"/>
              </a:ext>
            </a:extLst>
          </p:cNvPr>
          <p:cNvSpPr/>
          <p:nvPr/>
        </p:nvSpPr>
        <p:spPr>
          <a:xfrm>
            <a:off x="1611630" y="1414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9488E"/>
                </a:solidFill>
              </a:rPr>
              <a:t>TEAM 1</a:t>
            </a:r>
            <a:endParaRPr lang="en-US" sz="105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39E26CD-FCFE-A15D-E552-21542E487F04}"/>
              </a:ext>
            </a:extLst>
          </p:cNvPr>
          <p:cNvSpPr/>
          <p:nvPr/>
        </p:nvSpPr>
        <p:spPr>
          <a:xfrm>
            <a:off x="4937760" y="1414272"/>
            <a:ext cx="2571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58708D"/>
                </a:solidFill>
              </a:rPr>
              <a:t>Raum: Ernst</a:t>
            </a:r>
            <a:endParaRPr lang="en-US" sz="1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A5D19A3B-E97E-7B0B-38E9-B9BAF3F4C3CD}"/>
              </a:ext>
            </a:extLst>
          </p:cNvPr>
          <p:cNvSpPr/>
          <p:nvPr/>
        </p:nvSpPr>
        <p:spPr>
          <a:xfrm>
            <a:off x="1405890" y="1928622"/>
            <a:ext cx="6343650" cy="459486"/>
          </a:xfrm>
          <a:prstGeom prst="roundRect">
            <a:avLst>
              <a:gd name="adj" fmla="val 7463"/>
            </a:avLst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013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8BA7DA6-EBC5-5997-F63D-C24788172457}"/>
              </a:ext>
            </a:extLst>
          </p:cNvPr>
          <p:cNvSpPr/>
          <p:nvPr/>
        </p:nvSpPr>
        <p:spPr>
          <a:xfrm>
            <a:off x="1611630" y="20589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9488E"/>
                </a:solidFill>
              </a:rPr>
              <a:t>TEAM 2</a:t>
            </a:r>
            <a:endParaRPr lang="en-US" sz="105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08B0D55-12FE-E44C-FB31-36F90A5A44CF}"/>
              </a:ext>
            </a:extLst>
          </p:cNvPr>
          <p:cNvSpPr/>
          <p:nvPr/>
        </p:nvSpPr>
        <p:spPr>
          <a:xfrm>
            <a:off x="4937760" y="2058924"/>
            <a:ext cx="2571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58708D"/>
                </a:solidFill>
              </a:rPr>
              <a:t>Raum: Johns</a:t>
            </a:r>
            <a:endParaRPr lang="en-US" sz="16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ACC796E1-7D11-B67E-24CC-4C80AF183527}"/>
              </a:ext>
            </a:extLst>
          </p:cNvPr>
          <p:cNvSpPr/>
          <p:nvPr/>
        </p:nvSpPr>
        <p:spPr>
          <a:xfrm>
            <a:off x="1405890" y="2573274"/>
            <a:ext cx="6343650" cy="45948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013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F3D1CA9-DE52-E74C-387D-3732575A5F17}"/>
              </a:ext>
            </a:extLst>
          </p:cNvPr>
          <p:cNvSpPr/>
          <p:nvPr/>
        </p:nvSpPr>
        <p:spPr>
          <a:xfrm>
            <a:off x="1611630" y="27035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9488E"/>
                </a:solidFill>
              </a:rPr>
              <a:t>TEAM 3</a:t>
            </a:r>
            <a:endParaRPr lang="en-US" sz="105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2F1D83A8-2446-3B81-CD2A-D2FFECE965EF}"/>
              </a:ext>
            </a:extLst>
          </p:cNvPr>
          <p:cNvSpPr/>
          <p:nvPr/>
        </p:nvSpPr>
        <p:spPr>
          <a:xfrm>
            <a:off x="4937760" y="2703576"/>
            <a:ext cx="2571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58708D"/>
                </a:solidFill>
              </a:rPr>
              <a:t>Raum: Doig</a:t>
            </a:r>
            <a:endParaRPr lang="en-US" sz="16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A551B87E-E8FA-A08E-5809-31AF83EEA85B}"/>
              </a:ext>
            </a:extLst>
          </p:cNvPr>
          <p:cNvSpPr/>
          <p:nvPr/>
        </p:nvSpPr>
        <p:spPr>
          <a:xfrm>
            <a:off x="1405890" y="3217926"/>
            <a:ext cx="6343650" cy="459486"/>
          </a:xfrm>
          <a:prstGeom prst="roundRect">
            <a:avLst>
              <a:gd name="adj" fmla="val 7463"/>
            </a:avLst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013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32D8947-C1BB-8628-4796-A4BD81B826FC}"/>
              </a:ext>
            </a:extLst>
          </p:cNvPr>
          <p:cNvSpPr/>
          <p:nvPr/>
        </p:nvSpPr>
        <p:spPr>
          <a:xfrm>
            <a:off x="1611630" y="33482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9488E"/>
                </a:solidFill>
              </a:rPr>
              <a:t>TEAM 4</a:t>
            </a:r>
            <a:endParaRPr lang="en-US" sz="105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9B894B2C-7FD8-3365-61E0-FA9B3847F7EB}"/>
              </a:ext>
            </a:extLst>
          </p:cNvPr>
          <p:cNvSpPr/>
          <p:nvPr/>
        </p:nvSpPr>
        <p:spPr>
          <a:xfrm>
            <a:off x="4937760" y="3348228"/>
            <a:ext cx="2571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58708D"/>
                </a:solidFill>
              </a:rPr>
              <a:t>Raum: </a:t>
            </a:r>
            <a:r>
              <a:rPr lang="en-US" sz="1600" dirty="0" err="1">
                <a:solidFill>
                  <a:srgbClr val="58708D"/>
                </a:solidFill>
              </a:rPr>
              <a:t>Immendorf</a:t>
            </a:r>
            <a:endParaRPr lang="en-US" sz="16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D7537C65-2450-9611-CD1F-D501FD15019D}"/>
              </a:ext>
            </a:extLst>
          </p:cNvPr>
          <p:cNvSpPr/>
          <p:nvPr/>
        </p:nvSpPr>
        <p:spPr>
          <a:xfrm>
            <a:off x="1405890" y="3862578"/>
            <a:ext cx="6343650" cy="45948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013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2677337-A984-22B6-2DCB-402C31C131D3}"/>
              </a:ext>
            </a:extLst>
          </p:cNvPr>
          <p:cNvSpPr/>
          <p:nvPr/>
        </p:nvSpPr>
        <p:spPr>
          <a:xfrm>
            <a:off x="1611630" y="3992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9488E"/>
                </a:solidFill>
              </a:rPr>
              <a:t>TEAM 5</a:t>
            </a:r>
            <a:endParaRPr lang="en-US" sz="105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744F6051-E619-BFBF-198C-7087E3C936D6}"/>
              </a:ext>
            </a:extLst>
          </p:cNvPr>
          <p:cNvSpPr/>
          <p:nvPr/>
        </p:nvSpPr>
        <p:spPr>
          <a:xfrm>
            <a:off x="4937760" y="3992880"/>
            <a:ext cx="2571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58708D"/>
                </a:solidFill>
              </a:rPr>
              <a:t>Raum: Hockney</a:t>
            </a:r>
            <a:endParaRPr lang="en-US" sz="16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D11394FF-44E7-E2D0-66D2-2D998F026DE5}"/>
              </a:ext>
            </a:extLst>
          </p:cNvPr>
          <p:cNvSpPr/>
          <p:nvPr/>
        </p:nvSpPr>
        <p:spPr>
          <a:xfrm>
            <a:off x="822960" y="4495800"/>
            <a:ext cx="74752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75" b="1">
                <a:solidFill>
                  <a:srgbClr val="FFFFFF"/>
                </a:solidFill>
              </a:rPr>
              <a:t>Bitte geht mit eurem Team direkt in den zugewiesenen Arbeitsraum.</a:t>
            </a:r>
            <a:endParaRPr lang="en-US" sz="1275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D130FF7-FDA0-F238-67E3-AA69456CE8CA}"/>
              </a:ext>
            </a:extLst>
          </p:cNvPr>
          <p:cNvSpPr txBox="1"/>
          <p:nvPr/>
        </p:nvSpPr>
        <p:spPr>
          <a:xfrm>
            <a:off x="2542741" y="1358068"/>
            <a:ext cx="3855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Amal, Imad, Laroussi, Rania, </a:t>
            </a:r>
            <a:r>
              <a:rPr lang="de-DE" sz="1200" dirty="0" err="1"/>
              <a:t>Tabarek</a:t>
            </a:r>
            <a:r>
              <a:rPr lang="de-DE" sz="1200" dirty="0"/>
              <a:t>, Tahir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6F26739-4036-1586-33FE-A4F700284059}"/>
              </a:ext>
            </a:extLst>
          </p:cNvPr>
          <p:cNvSpPr txBox="1"/>
          <p:nvPr/>
        </p:nvSpPr>
        <p:spPr>
          <a:xfrm>
            <a:off x="2542741" y="1997584"/>
            <a:ext cx="3855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Altay, Chintan, Harsh, Krishna, Parth, Sarah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642D5CD-4C77-F5F1-AC58-D37B413FE7C7}"/>
              </a:ext>
            </a:extLst>
          </p:cNvPr>
          <p:cNvSpPr txBox="1"/>
          <p:nvPr/>
        </p:nvSpPr>
        <p:spPr>
          <a:xfrm>
            <a:off x="2542741" y="2652788"/>
            <a:ext cx="3855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Dilshan, Dmitrii, </a:t>
            </a:r>
            <a:r>
              <a:rPr lang="de-DE" sz="1200" err="1"/>
              <a:t>Iuliia</a:t>
            </a:r>
            <a:r>
              <a:rPr lang="de-DE" sz="1200"/>
              <a:t>, Long, Mahesh, Yuqing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ACF3C70-3EC0-8D76-A153-7091250D1169}"/>
              </a:ext>
            </a:extLst>
          </p:cNvPr>
          <p:cNvSpPr txBox="1"/>
          <p:nvPr/>
        </p:nvSpPr>
        <p:spPr>
          <a:xfrm>
            <a:off x="2542741" y="3308211"/>
            <a:ext cx="3855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Abhishek, David, Frederik, Ken, Laurin, Shirin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20063BC-2244-CC8C-6CB0-9EBBFC9FFAA4}"/>
              </a:ext>
            </a:extLst>
          </p:cNvPr>
          <p:cNvSpPr txBox="1"/>
          <p:nvPr/>
        </p:nvSpPr>
        <p:spPr>
          <a:xfrm>
            <a:off x="2542741" y="3959747"/>
            <a:ext cx="3855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Baran, Danish, Luca, Sadan, Sascha, Wanda</a:t>
            </a:r>
          </a:p>
        </p:txBody>
      </p:sp>
    </p:spTree>
    <p:extLst>
      <p:ext uri="{BB962C8B-B14F-4D97-AF65-F5344CB8AC3E}">
        <p14:creationId xmlns:p14="http://schemas.microsoft.com/office/powerpoint/2010/main" val="7031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FES">
      <a:dk1>
        <a:sysClr val="windowText" lastClr="000000"/>
      </a:dk1>
      <a:lt1>
        <a:sysClr val="window" lastClr="FFFFFF"/>
      </a:lt1>
      <a:dk2>
        <a:srgbClr val="25438D"/>
      </a:dk2>
      <a:lt2>
        <a:srgbClr val="D8D8DA"/>
      </a:lt2>
      <a:accent1>
        <a:srgbClr val="25438D"/>
      </a:accent1>
      <a:accent2>
        <a:srgbClr val="0B3F66"/>
      </a:accent2>
      <a:accent3>
        <a:srgbClr val="A4BDE4"/>
      </a:accent3>
      <a:accent4>
        <a:srgbClr val="ADCC0E"/>
      </a:accent4>
      <a:accent5>
        <a:srgbClr val="D8D8DA"/>
      </a:accent5>
      <a:accent6>
        <a:srgbClr val="ACD7C3"/>
      </a:accent6>
      <a:hlink>
        <a:srgbClr val="A4BDE4"/>
      </a:hlink>
      <a:folHlink>
        <a:srgbClr val="ADCC0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S_PPT Powerpoint Vorlage 02 FES 010" id="{73A3DCF0-3466-448E-97C8-842208CD9360}" vid="{74B6EB8D-B818-44FB-91DA-C3FDE2C712C6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S_PPT Powerpoint Vorlage 02 FES 010" id="{73A3DCF0-3466-448E-97C8-842208CD9360}" vid="{A3065F20-6B1C-49D1-9480-547557168EA7}"/>
    </a:ext>
  </a:extLst>
</a:theme>
</file>

<file path=ppt/theme/theme3.xml><?xml version="1.0" encoding="utf-8"?>
<a:theme xmlns:a="http://schemas.openxmlformats.org/drawingml/2006/main" name="2_Office">
  <a:themeElements>
    <a:clrScheme name="FES">
      <a:dk1>
        <a:sysClr val="windowText" lastClr="000000"/>
      </a:dk1>
      <a:lt1>
        <a:sysClr val="window" lastClr="FFFFFF"/>
      </a:lt1>
      <a:dk2>
        <a:srgbClr val="25438D"/>
      </a:dk2>
      <a:lt2>
        <a:srgbClr val="D8D8DA"/>
      </a:lt2>
      <a:accent1>
        <a:srgbClr val="25438D"/>
      </a:accent1>
      <a:accent2>
        <a:srgbClr val="0B3F66"/>
      </a:accent2>
      <a:accent3>
        <a:srgbClr val="A4BDE4"/>
      </a:accent3>
      <a:accent4>
        <a:srgbClr val="ADCC0E"/>
      </a:accent4>
      <a:accent5>
        <a:srgbClr val="D8D8DA"/>
      </a:accent5>
      <a:accent6>
        <a:srgbClr val="ACD7C3"/>
      </a:accent6>
      <a:hlink>
        <a:srgbClr val="A4BDE4"/>
      </a:hlink>
      <a:folHlink>
        <a:srgbClr val="ADCC0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S_PPT Powerpoint Vorlage 02 FES 008" id="{EAF9F010-C246-4455-8186-595F87FE510A}" vid="{F68CFD34-CF58-4108-AE0B-9E9E5791871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0957A461A00254294B55346D97370F3" ma:contentTypeVersion="19" ma:contentTypeDescription="Ein neues Dokument erstellen." ma:contentTypeScope="" ma:versionID="144a2715708030960f006630855fe5ca">
  <xsd:schema xmlns:xsd="http://www.w3.org/2001/XMLSchema" xmlns:xs="http://www.w3.org/2001/XMLSchema" xmlns:p="http://schemas.microsoft.com/office/2006/metadata/properties" xmlns:ns2="777919f6-0e74-4c1b-b943-5e815ec69cd7" xmlns:ns3="826c8e5d-6a4b-4210-a0d8-f18e67758ada" targetNamespace="http://schemas.microsoft.com/office/2006/metadata/properties" ma:root="true" ma:fieldsID="5f8d64b6b30173d9a475f3871979a205" ns2:_="" ns3:_="">
    <xsd:import namespace="777919f6-0e74-4c1b-b943-5e815ec69cd7"/>
    <xsd:import namespace="826c8e5d-6a4b-4210-a0d8-f18e67758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7919f6-0e74-4c1b-b943-5e815ec69c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041bf20a-4746-4f3e-b18e-159bb4d4748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6c8e5d-6a4b-4210-a0d8-f18e67758ad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d834afb-bb86-4c63-b786-207e40746621}" ma:internalName="TaxCatchAll" ma:showField="CatchAllData" ma:web="826c8e5d-6a4b-4210-a0d8-f18e67758a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7919f6-0e74-4c1b-b943-5e815ec69cd7">
      <Terms xmlns="http://schemas.microsoft.com/office/infopath/2007/PartnerControls"/>
    </lcf76f155ced4ddcb4097134ff3c332f>
    <TaxCatchAll xmlns="826c8e5d-6a4b-4210-a0d8-f18e67758ada" xsi:nil="true"/>
  </documentManagement>
</p:properties>
</file>

<file path=customXml/itemProps1.xml><?xml version="1.0" encoding="utf-8"?>
<ds:datastoreItem xmlns:ds="http://schemas.openxmlformats.org/officeDocument/2006/customXml" ds:itemID="{CD984516-86B7-4889-A3A8-8B9E96A40E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D83DFF-8ED6-4D3F-81B2-454F1FD0C067}">
  <ds:schemaRefs>
    <ds:schemaRef ds:uri="777919f6-0e74-4c1b-b943-5e815ec69cd7"/>
    <ds:schemaRef ds:uri="826c8e5d-6a4b-4210-a0d8-f18e67758a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C1CB13-60EE-4BE6-BB8F-3A93D0E88D2C}">
  <ds:schemaRefs>
    <ds:schemaRef ds:uri="777919f6-0e74-4c1b-b943-5e815ec69cd7"/>
    <ds:schemaRef ds:uri="826c8e5d-6a4b-4210-a0d8-f18e67758a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3bd8887-800a-43c2-a069-cf39b53087df}" enabled="0" method="" siteId="{23bd8887-800a-43c2-a069-cf39b53087d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FES_PPT Powerpoint Vorlage</Template>
  <TotalTime>0</TotalTime>
  <Words>613</Words>
  <Application>Microsoft Office PowerPoint</Application>
  <PresentationFormat>Bildschirmpräsentation (16:9)</PresentationFormat>
  <Paragraphs>224</Paragraphs>
  <Slides>12</Slides>
  <Notes>12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Wingdings</vt:lpstr>
      <vt:lpstr>Office</vt:lpstr>
      <vt:lpstr>Benutzerdefiniertes Design</vt:lpstr>
      <vt:lpstr>2_Office</vt:lpstr>
      <vt:lpstr>think-cell Folie</vt:lpstr>
      <vt:lpstr>Acrobat Document</vt:lpstr>
      <vt:lpstr>Frankfurt  Impact Challenge</vt:lpstr>
      <vt:lpstr>PowerPoint-Präsentation</vt:lpstr>
      <vt:lpstr>Digitale Services &amp; Produkte </vt:lpstr>
      <vt:lpstr>Viele Möglichkeiten. Noch keine gemeinsame Journey.</vt:lpstr>
      <vt:lpstr>Eure gemeinsame Aufgabe</vt:lpstr>
      <vt:lpstr>Gemeinsam möglich gemacht</vt:lpstr>
      <vt:lpstr>Fünf Bausteine. Eine gemeinsame Wirkung!</vt:lpstr>
      <vt:lpstr>Was wir morgen von euch sehen möchten</vt:lpstr>
      <vt:lpstr>Rahmenbedingungen</vt:lpstr>
      <vt:lpstr>Ablauf</vt:lpstr>
      <vt:lpstr>Euer Start im Team</vt:lpstr>
      <vt:lpstr>Eure Teams stehen. Jetzt geht es in die Räume.</vt:lpstr>
    </vt:vector>
  </TitlesOfParts>
  <Company>FES Frankfurter Entsorgungs und Service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Wolter, Max</dc:creator>
  <cp:lastModifiedBy>Wolter, Max</cp:lastModifiedBy>
  <cp:revision>1</cp:revision>
  <dcterms:created xsi:type="dcterms:W3CDTF">2026-09-08T08:38:07Z</dcterms:created>
  <dcterms:modified xsi:type="dcterms:W3CDTF">2026-09-11T12:07:23Z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3d678b74-6fc1-4e8e-8bb4-32e2078a067e</vt:lpwstr>
  </property>
  <property fmtid="{D5CDD505-2E9C-101B-9397-08002B2CF9AE}" pid="3" name="MediaServiceImageTags">
    <vt:lpwstr/>
  </property>
  <property fmtid="{D5CDD505-2E9C-101B-9397-08002B2CF9AE}" pid="4" name="ContentTypeId">
    <vt:lpwstr>0x01010030957A461A00254294B55346D97370F3</vt:lpwstr>
  </property>
</Properties>
</file>